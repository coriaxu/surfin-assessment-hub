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6" r:id="rId3"/>
  </p:sldMasterIdLst>
  <p:notesMasterIdLst>
    <p:notesMasterId r:id="rId23"/>
  </p:notesMasterIdLst>
  <p:sldIdLst>
    <p:sldId id="511" r:id="rId4"/>
    <p:sldId id="512" r:id="rId5"/>
    <p:sldId id="513" r:id="rId6"/>
    <p:sldId id="521" r:id="rId7"/>
    <p:sldId id="522" r:id="rId8"/>
    <p:sldId id="523" r:id="rId9"/>
    <p:sldId id="518" r:id="rId10"/>
    <p:sldId id="519" r:id="rId11"/>
    <p:sldId id="527" r:id="rId12"/>
    <p:sldId id="528" r:id="rId13"/>
    <p:sldId id="529" r:id="rId14"/>
    <p:sldId id="524" r:id="rId15"/>
    <p:sldId id="530" r:id="rId16"/>
    <p:sldId id="525" r:id="rId17"/>
    <p:sldId id="256" r:id="rId18"/>
    <p:sldId id="526" r:id="rId19"/>
    <p:sldId id="531" r:id="rId20"/>
    <p:sldId id="532" r:id="rId21"/>
    <p:sldId id="52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4"/>
    <a:srgbClr val="FF2600"/>
    <a:srgbClr val="007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16"/>
    <p:restoredTop sz="88016"/>
  </p:normalViewPr>
  <p:slideViewPr>
    <p:cSldViewPr snapToGrid="0" snapToObjects="1" showGuides="1">
      <p:cViewPr varScale="1">
        <p:scale>
          <a:sx n="115" d="100"/>
          <a:sy n="115" d="100"/>
        </p:scale>
        <p:origin x="1424"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Sheet1!$B$1</c:f>
              <c:strCache>
                <c:ptCount val="1"/>
                <c:pt idx="0">
                  <c:v>2023</c:v>
                </c:pt>
              </c:strCache>
            </c:strRef>
          </c:tx>
          <c:spPr>
            <a:ln w="38100" cap="flat" cmpd="dbl" algn="ctr">
              <a:solidFill>
                <a:schemeClr val="accent1"/>
              </a:solidFill>
              <a:miter lim="800000"/>
            </a:ln>
            <a:effectLst/>
          </c:spPr>
          <c:marker>
            <c:symbol val="none"/>
          </c:marker>
          <c:dLbls>
            <c:dLbl>
              <c:idx val="1"/>
              <c:layout>
                <c:manualLayout>
                  <c:x val="-2.2301311663322471E-2"/>
                  <c:y val="2.22998639883885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DC2-8641-9888-11ECF372B699}"/>
                </c:ext>
              </c:extLst>
            </c:dLbl>
            <c:dLbl>
              <c:idx val="5"/>
              <c:layout>
                <c:manualLayout>
                  <c:x val="-2.1227584573128806E-2"/>
                  <c:y val="-2.89898231849052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C2-8641-9888-11ECF372B699}"/>
                </c:ext>
              </c:extLst>
            </c:dLbl>
            <c:dLbl>
              <c:idx val="6"/>
              <c:layout>
                <c:manualLayout>
                  <c:x val="-2.2301311663322471E-2"/>
                  <c:y val="2.89898231849052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DC2-8641-9888-11ECF372B699}"/>
                </c:ext>
              </c:extLst>
            </c:dLbl>
            <c:dLbl>
              <c:idx val="7"/>
              <c:layout>
                <c:manualLayout>
                  <c:x val="-1.908013039274151E-2"/>
                  <c:y val="-3.34497959825829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DC2-8641-9888-11ECF372B699}"/>
                </c:ext>
              </c:extLst>
            </c:dLbl>
            <c:dLbl>
              <c:idx val="8"/>
              <c:layout>
                <c:manualLayout>
                  <c:x val="-1.8006403302547762E-2"/>
                  <c:y val="2.675983678606634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8DC2-8641-9888-11ECF372B699}"/>
                </c:ext>
              </c:extLst>
            </c:dLbl>
            <c:dLbl>
              <c:idx val="10"/>
              <c:layout>
                <c:manualLayout>
                  <c:x val="-1.47852220319668E-2"/>
                  <c:y val="2.8989823184905287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DC2-8641-9888-11ECF372B699}"/>
                </c:ext>
              </c:extLst>
            </c:dLbl>
            <c:dLbl>
              <c:idx val="11"/>
              <c:layout>
                <c:manualLayout>
                  <c:x val="-1.9004969496427913E-3"/>
                  <c:y val="4.013975517909935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DC2-8641-9888-11ECF372B699}"/>
                </c:ext>
              </c:extLst>
            </c:dLbl>
            <c:dLbl>
              <c:idx val="13"/>
              <c:layout>
                <c:manualLayout>
                  <c:x val="-2.3375038753516139E-2"/>
                  <c:y val="3.56797823814217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DC2-8641-9888-11ECF372B699}"/>
                </c:ext>
              </c:extLst>
            </c:dLbl>
            <c:dLbl>
              <c:idx val="14"/>
              <c:layout>
                <c:manualLayout>
                  <c:x val="-2.230131166332255E-2"/>
                  <c:y val="-1.7839891190710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8DC2-8641-9888-11ECF372B699}"/>
                </c:ext>
              </c:extLst>
            </c:dLbl>
            <c:dLbl>
              <c:idx val="15"/>
              <c:layout>
                <c:manualLayout>
                  <c:x val="4.5418655915192129E-3"/>
                  <c:y val="1.337991839303325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DC2-8641-9888-11ECF372B699}"/>
                </c:ext>
              </c:extLst>
            </c:dLbl>
            <c:dLbl>
              <c:idx val="17"/>
              <c:layout>
                <c:manualLayout>
                  <c:x val="-3.0891128384871888E-2"/>
                  <c:y val="1.7839891190710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DC2-8641-9888-11ECF372B699}"/>
                </c:ext>
              </c:extLst>
            </c:dLbl>
            <c:dLbl>
              <c:idx val="18"/>
              <c:layout>
                <c:manualLayout>
                  <c:x val="-2.1227584573128806E-2"/>
                  <c:y val="-4.90597007744549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DC2-8641-9888-11ECF372B699}"/>
                </c:ext>
              </c:extLst>
            </c:dLbl>
            <c:dLbl>
              <c:idx val="19"/>
              <c:layout>
                <c:manualLayout>
                  <c:x val="-1.9080130392741548E-2"/>
                  <c:y val="3.12198095837439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DC2-8641-9888-11ECF372B699}"/>
                </c:ext>
              </c:extLst>
            </c:dLbl>
            <c:dLbl>
              <c:idx val="20"/>
              <c:layout>
                <c:manualLayout>
                  <c:x val="-4.0479511300302046E-3"/>
                  <c:y val="4.4599727976777238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DC2-8641-9888-11ECF372B699}"/>
                </c:ext>
              </c:extLst>
            </c:dLbl>
            <c:dLbl>
              <c:idx val="21"/>
              <c:layout>
                <c:manualLayout>
                  <c:x val="-2.8743674204484555E-2"/>
                  <c:y val="-1.7839891190710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DC2-8641-9888-11ECF372B699}"/>
                </c:ext>
              </c:extLst>
            </c:dLbl>
            <c:dLbl>
              <c:idx val="22"/>
              <c:layout>
                <c:manualLayout>
                  <c:x val="-2.8743674204484555E-2"/>
                  <c:y val="-2.67598367860663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C2-8641-9888-11ECF372B699}"/>
                </c:ext>
              </c:extLst>
            </c:dLbl>
            <c:dLbl>
              <c:idx val="23"/>
              <c:layout>
                <c:manualLayout>
                  <c:x val="-1.6932676212354135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DC2-8641-9888-11ECF372B699}"/>
                </c:ext>
              </c:extLst>
            </c:dLbl>
            <c:dLbl>
              <c:idx val="24"/>
              <c:layout>
                <c:manualLayout>
                  <c:x val="-1.2637767851579622E-2"/>
                  <c:y val="3.3449795982583012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DC2-8641-9888-11ECF372B699}"/>
                </c:ext>
              </c:extLst>
            </c:dLbl>
            <c:dLbl>
              <c:idx val="25"/>
              <c:layout>
                <c:manualLayout>
                  <c:x val="-3.0891128384871812E-2"/>
                  <c:y val="-1.33799183930331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DC2-8641-9888-11ECF372B699}"/>
                </c:ext>
              </c:extLst>
            </c:dLbl>
            <c:dLbl>
              <c:idx val="26"/>
              <c:layout>
                <c:manualLayout>
                  <c:x val="-1.5858949122160466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DC2-8641-9888-11ECF372B699}"/>
                </c:ext>
              </c:extLst>
            </c:dLbl>
            <c:dLbl>
              <c:idx val="27"/>
              <c:layout>
                <c:manualLayout>
                  <c:x val="-3.6259763835840307E-2"/>
                  <c:y val="1.11499319941942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DC2-8641-9888-11ECF372B699}"/>
                </c:ext>
              </c:extLst>
            </c:dLbl>
            <c:dLbl>
              <c:idx val="28"/>
              <c:layout>
                <c:manualLayout>
                  <c:x val="-2.1227584573128806E-2"/>
                  <c:y val="2.67598367860662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DC2-8641-9888-11ECF372B699}"/>
                </c:ext>
              </c:extLst>
            </c:dLbl>
            <c:dLbl>
              <c:idx val="29"/>
              <c:layout>
                <c:manualLayout>
                  <c:x val="-3.3038582565259149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DC2-8641-9888-11ECF372B699}"/>
                </c:ext>
              </c:extLst>
            </c:dLbl>
            <c:dLbl>
              <c:idx val="30"/>
              <c:layout>
                <c:manualLayout>
                  <c:x val="-2.1227584573128806E-2"/>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DC2-8641-9888-11ECF372B699}"/>
                </c:ext>
              </c:extLst>
            </c:dLbl>
            <c:dLbl>
              <c:idx val="31"/>
              <c:layout>
                <c:manualLayout>
                  <c:x val="-9.1893284378141652E-3"/>
                  <c:y val="-5.35196735721326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DC2-8641-9888-11ECF372B69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Sheet1!$A$2:$A$33</c:f>
              <c:strCache>
                <c:ptCount val="32"/>
                <c:pt idx="0">
                  <c:v>业务熟悉度</c:v>
                </c:pt>
                <c:pt idx="1">
                  <c:v>全局意识</c:v>
                </c:pt>
                <c:pt idx="2">
                  <c:v>整体筹划</c:v>
                </c:pt>
                <c:pt idx="3">
                  <c:v>优先级意识</c:v>
                </c:pt>
                <c:pt idx="4">
                  <c:v>果断决策</c:v>
                </c:pt>
                <c:pt idx="5">
                  <c:v>过程管理</c:v>
                </c:pt>
                <c:pt idx="6">
                  <c:v>总结复盘</c:v>
                </c:pt>
                <c:pt idx="7">
                  <c:v>战略传达</c:v>
                </c:pt>
                <c:pt idx="8">
                  <c:v>梯队建设</c:v>
                </c:pt>
                <c:pt idx="9">
                  <c:v>团队氛围</c:v>
                </c:pt>
                <c:pt idx="10">
                  <c:v>公正公平</c:v>
                </c:pt>
                <c:pt idx="11">
                  <c:v>知人善任</c:v>
                </c:pt>
                <c:pt idx="12">
                  <c:v>授权意识</c:v>
                </c:pt>
                <c:pt idx="13">
                  <c:v>及时反馈</c:v>
                </c:pt>
                <c:pt idx="14">
                  <c:v>换位思考</c:v>
                </c:pt>
                <c:pt idx="15">
                  <c:v>向下辅导</c:v>
                </c:pt>
                <c:pt idx="16">
                  <c:v>容错力</c:v>
                </c:pt>
                <c:pt idx="17">
                  <c:v>创新能力</c:v>
                </c:pt>
                <c:pt idx="18">
                  <c:v>学习能力</c:v>
                </c:pt>
                <c:pt idx="19">
                  <c:v>自省</c:v>
                </c:pt>
                <c:pt idx="20">
                  <c:v>影响力</c:v>
                </c:pt>
                <c:pt idx="21">
                  <c:v>适应多元文化</c:v>
                </c:pt>
                <c:pt idx="22">
                  <c:v>本地化策略</c:v>
                </c:pt>
                <c:pt idx="23">
                  <c:v>沟通协调</c:v>
                </c:pt>
                <c:pt idx="24">
                  <c:v>情绪管理/抗压</c:v>
                </c:pt>
                <c:pt idx="25">
                  <c:v>榜样意识</c:v>
                </c:pt>
                <c:pt idx="26">
                  <c:v>目标感</c:v>
                </c:pt>
                <c:pt idx="27">
                  <c:v>简单开放</c:v>
                </c:pt>
                <c:pt idx="28">
                  <c:v>极致执行</c:v>
                </c:pt>
                <c:pt idx="29">
                  <c:v>自我驱动</c:v>
                </c:pt>
                <c:pt idx="30">
                  <c:v>拥抱变化</c:v>
                </c:pt>
                <c:pt idx="31">
                  <c:v>创业心态</c:v>
                </c:pt>
              </c:strCache>
            </c:strRef>
          </c:cat>
          <c:val>
            <c:numRef>
              <c:f>Sheet1!$B$2:$B$33</c:f>
              <c:numCache>
                <c:formatCode>0.00</c:formatCode>
                <c:ptCount val="32"/>
                <c:pt idx="0">
                  <c:v>4.625</c:v>
                </c:pt>
                <c:pt idx="1">
                  <c:v>3.9500000000000006</c:v>
                </c:pt>
                <c:pt idx="2">
                  <c:v>4.3</c:v>
                </c:pt>
                <c:pt idx="3">
                  <c:v>4.1416666666666675</c:v>
                </c:pt>
                <c:pt idx="4">
                  <c:v>3.7666666666666662</c:v>
                </c:pt>
                <c:pt idx="5">
                  <c:v>4.0666666666666664</c:v>
                </c:pt>
                <c:pt idx="6">
                  <c:v>4.0083333333333337</c:v>
                </c:pt>
                <c:pt idx="7">
                  <c:v>4.2416666666666663</c:v>
                </c:pt>
                <c:pt idx="8">
                  <c:v>3.2750000000000004</c:v>
                </c:pt>
                <c:pt idx="9">
                  <c:v>3.8249999999999993</c:v>
                </c:pt>
                <c:pt idx="10">
                  <c:v>3.3416666666666668</c:v>
                </c:pt>
                <c:pt idx="11">
                  <c:v>3.5083333333333342</c:v>
                </c:pt>
                <c:pt idx="12">
                  <c:v>3.9545454545454546</c:v>
                </c:pt>
                <c:pt idx="13">
                  <c:v>3.600000000000001</c:v>
                </c:pt>
                <c:pt idx="14">
                  <c:v>3.7666666666666662</c:v>
                </c:pt>
                <c:pt idx="15">
                  <c:v>3.5166666666666671</c:v>
                </c:pt>
                <c:pt idx="16">
                  <c:v>4.0916666666666668</c:v>
                </c:pt>
                <c:pt idx="17">
                  <c:v>3.8916666666666662</c:v>
                </c:pt>
                <c:pt idx="18">
                  <c:v>3.8666666666666667</c:v>
                </c:pt>
                <c:pt idx="19">
                  <c:v>3.8166666666666669</c:v>
                </c:pt>
                <c:pt idx="20">
                  <c:v>3.8666666666666667</c:v>
                </c:pt>
                <c:pt idx="21">
                  <c:v>3.9750000000000001</c:v>
                </c:pt>
                <c:pt idx="22">
                  <c:v>4.041666666666667</c:v>
                </c:pt>
                <c:pt idx="23">
                  <c:v>4.083333333333333</c:v>
                </c:pt>
                <c:pt idx="24">
                  <c:v>3.5166666666666671</c:v>
                </c:pt>
                <c:pt idx="25">
                  <c:v>4.0750000000000002</c:v>
                </c:pt>
                <c:pt idx="26">
                  <c:v>4.2166666666666677</c:v>
                </c:pt>
                <c:pt idx="27">
                  <c:v>4.0333333333333332</c:v>
                </c:pt>
                <c:pt idx="28">
                  <c:v>3.9333333333333331</c:v>
                </c:pt>
                <c:pt idx="29">
                  <c:v>4.3166666666666664</c:v>
                </c:pt>
                <c:pt idx="30">
                  <c:v>4.3</c:v>
                </c:pt>
                <c:pt idx="31">
                  <c:v>4.333333333333333</c:v>
                </c:pt>
              </c:numCache>
            </c:numRef>
          </c:val>
          <c:smooth val="0"/>
          <c:extLst>
            <c:ext xmlns:c16="http://schemas.microsoft.com/office/drawing/2014/chart" uri="{C3380CC4-5D6E-409C-BE32-E72D297353CC}">
              <c16:uniqueId val="{00000000-0363-D64A-AFED-53280F1F7DF3}"/>
            </c:ext>
          </c:extLst>
        </c:ser>
        <c:dLbls>
          <c:dLblPos val="ctr"/>
          <c:showLegendKey val="0"/>
          <c:showVal val="1"/>
          <c:showCatName val="0"/>
          <c:showSerName val="0"/>
          <c:showPercent val="0"/>
          <c:showBubbleSize val="0"/>
        </c:dLbls>
        <c:smooth val="0"/>
        <c:axId val="1378086256"/>
        <c:axId val="1378087904"/>
      </c:lineChart>
      <c:catAx>
        <c:axId val="1378086256"/>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7904"/>
        <c:crosses val="autoZero"/>
        <c:auto val="1"/>
        <c:lblAlgn val="ctr"/>
        <c:lblOffset val="100"/>
        <c:noMultiLvlLbl val="0"/>
      </c:catAx>
      <c:valAx>
        <c:axId val="1378087904"/>
        <c:scaling>
          <c:orientation val="minMax"/>
          <c:min val="3"/>
        </c:scaling>
        <c:delete val="0"/>
        <c:axPos val="l"/>
        <c:majorGridlines>
          <c:spPr>
            <a:ln w="9525" cap="flat" cmpd="sng" algn="ctr">
              <a:solidFill>
                <a:schemeClr val="tx1">
                  <a:lumMod val="15000"/>
                  <a:lumOff val="85000"/>
                  <a:alpha val="32000"/>
                </a:schemeClr>
              </a:solidFill>
              <a:round/>
            </a:ln>
            <a:effectLst/>
          </c:spPr>
        </c:majorGridlines>
        <c:numFmt formatCode="0.00"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6256"/>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Source Han Sans CN" panose="020B0500000000000000" pitchFamily="34" charset="-128"/>
                <a:ea typeface="Source Han Sans CN" panose="020B0500000000000000" pitchFamily="34" charset="-128"/>
                <a:cs typeface="+mn-cs"/>
              </a:defRPr>
            </a:pPr>
            <a:endParaRPr lang="zh-CN"/>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0E7B5-54D2-0745-9742-9F9222E5F908}" type="datetimeFigureOut">
              <a:rPr kumimoji="1" lang="zh-CN" altLang="en-US" smtClean="0"/>
              <a:t>2024/2/28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52687-8099-F64F-9B5B-DB52CB128393}" type="slidenum">
              <a:rPr kumimoji="1" lang="zh-CN" altLang="en-US" smtClean="0"/>
              <a:t>‹#›</a:t>
            </a:fld>
            <a:endParaRPr kumimoji="1" lang="zh-CN" altLang="en-US"/>
          </a:p>
        </p:txBody>
      </p:sp>
    </p:spTree>
    <p:extLst>
      <p:ext uri="{BB962C8B-B14F-4D97-AF65-F5344CB8AC3E}">
        <p14:creationId xmlns:p14="http://schemas.microsoft.com/office/powerpoint/2010/main" val="213952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3</a:t>
            </a:fld>
            <a:endParaRPr kumimoji="1" lang="zh-CN" altLang="en-US"/>
          </a:p>
        </p:txBody>
      </p:sp>
    </p:spTree>
    <p:extLst>
      <p:ext uri="{BB962C8B-B14F-4D97-AF65-F5344CB8AC3E}">
        <p14:creationId xmlns:p14="http://schemas.microsoft.com/office/powerpoint/2010/main" val="2207085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4</a:t>
            </a:fld>
            <a:endParaRPr kumimoji="1" lang="zh-CN" altLang="en-US"/>
          </a:p>
        </p:txBody>
      </p:sp>
    </p:spTree>
    <p:extLst>
      <p:ext uri="{BB962C8B-B14F-4D97-AF65-F5344CB8AC3E}">
        <p14:creationId xmlns:p14="http://schemas.microsoft.com/office/powerpoint/2010/main" val="415362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5</a:t>
            </a:fld>
            <a:endParaRPr kumimoji="1" lang="zh-CN" altLang="en-US"/>
          </a:p>
        </p:txBody>
      </p:sp>
    </p:spTree>
    <p:extLst>
      <p:ext uri="{BB962C8B-B14F-4D97-AF65-F5344CB8AC3E}">
        <p14:creationId xmlns:p14="http://schemas.microsoft.com/office/powerpoint/2010/main" val="3215472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6</a:t>
            </a:fld>
            <a:endParaRPr kumimoji="1" lang="zh-CN" altLang="en-US"/>
          </a:p>
        </p:txBody>
      </p:sp>
    </p:spTree>
    <p:extLst>
      <p:ext uri="{BB962C8B-B14F-4D97-AF65-F5344CB8AC3E}">
        <p14:creationId xmlns:p14="http://schemas.microsoft.com/office/powerpoint/2010/main" val="1121287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7</a:t>
            </a:fld>
            <a:endParaRPr kumimoji="1" lang="zh-CN" altLang="en-US"/>
          </a:p>
        </p:txBody>
      </p:sp>
    </p:spTree>
    <p:extLst>
      <p:ext uri="{BB962C8B-B14F-4D97-AF65-F5344CB8AC3E}">
        <p14:creationId xmlns:p14="http://schemas.microsoft.com/office/powerpoint/2010/main" val="355448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8</a:t>
            </a:fld>
            <a:endParaRPr kumimoji="1" lang="zh-CN" altLang="en-US"/>
          </a:p>
        </p:txBody>
      </p:sp>
    </p:spTree>
    <p:extLst>
      <p:ext uri="{BB962C8B-B14F-4D97-AF65-F5344CB8AC3E}">
        <p14:creationId xmlns:p14="http://schemas.microsoft.com/office/powerpoint/2010/main" val="134169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9</a:t>
            </a:fld>
            <a:endParaRPr kumimoji="1" lang="zh-CN" altLang="en-US"/>
          </a:p>
        </p:txBody>
      </p:sp>
    </p:spTree>
    <p:extLst>
      <p:ext uri="{BB962C8B-B14F-4D97-AF65-F5344CB8AC3E}">
        <p14:creationId xmlns:p14="http://schemas.microsoft.com/office/powerpoint/2010/main" val="950571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10</a:t>
            </a:fld>
            <a:endParaRPr kumimoji="1" lang="zh-CN" altLang="en-US"/>
          </a:p>
        </p:txBody>
      </p:sp>
    </p:spTree>
    <p:extLst>
      <p:ext uri="{BB962C8B-B14F-4D97-AF65-F5344CB8AC3E}">
        <p14:creationId xmlns:p14="http://schemas.microsoft.com/office/powerpoint/2010/main" val="3317428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11</a:t>
            </a:fld>
            <a:endParaRPr kumimoji="1" lang="zh-CN" altLang="en-US"/>
          </a:p>
        </p:txBody>
      </p:sp>
    </p:spTree>
    <p:extLst>
      <p:ext uri="{BB962C8B-B14F-4D97-AF65-F5344CB8AC3E}">
        <p14:creationId xmlns:p14="http://schemas.microsoft.com/office/powerpoint/2010/main" val="83376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15</a:t>
            </a:fld>
            <a:endParaRPr kumimoji="1" lang="zh-CN" altLang="en-US"/>
          </a:p>
        </p:txBody>
      </p:sp>
    </p:spTree>
    <p:extLst>
      <p:ext uri="{BB962C8B-B14F-4D97-AF65-F5344CB8AC3E}">
        <p14:creationId xmlns:p14="http://schemas.microsoft.com/office/powerpoint/2010/main" val="31283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16</a:t>
            </a:fld>
            <a:endParaRPr kumimoji="1" lang="zh-CN" altLang="en-US"/>
          </a:p>
        </p:txBody>
      </p:sp>
    </p:spTree>
    <p:extLst>
      <p:ext uri="{BB962C8B-B14F-4D97-AF65-F5344CB8AC3E}">
        <p14:creationId xmlns:p14="http://schemas.microsoft.com/office/powerpoint/2010/main" val="3303377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17</a:t>
            </a:fld>
            <a:endParaRPr kumimoji="1" lang="zh-CN" altLang="en-US"/>
          </a:p>
        </p:txBody>
      </p:sp>
    </p:spTree>
    <p:extLst>
      <p:ext uri="{BB962C8B-B14F-4D97-AF65-F5344CB8AC3E}">
        <p14:creationId xmlns:p14="http://schemas.microsoft.com/office/powerpoint/2010/main" val="4074095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18</a:t>
            </a:fld>
            <a:endParaRPr kumimoji="1" lang="zh-CN" altLang="en-US"/>
          </a:p>
        </p:txBody>
      </p:sp>
    </p:spTree>
    <p:extLst>
      <p:ext uri="{BB962C8B-B14F-4D97-AF65-F5344CB8AC3E}">
        <p14:creationId xmlns:p14="http://schemas.microsoft.com/office/powerpoint/2010/main" val="3250179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19</a:t>
            </a:fld>
            <a:endParaRPr kumimoji="1" lang="zh-CN" altLang="en-US"/>
          </a:p>
        </p:txBody>
      </p:sp>
    </p:spTree>
    <p:extLst>
      <p:ext uri="{BB962C8B-B14F-4D97-AF65-F5344CB8AC3E}">
        <p14:creationId xmlns:p14="http://schemas.microsoft.com/office/powerpoint/2010/main" val="16153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hyperlink" Target="https://www.slidor.fr/" TargetMode="Externa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2A470-6FFE-A947-8111-FF9F160EB64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412D169-F5FA-1749-8A59-6FD4472A0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10457AA-ADFE-8F45-A246-F0F4E5FC2DAC}"/>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3466BD2B-F370-8F4F-A361-AC3E9F9F9BE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78437C3-D594-974C-A647-953B4E07EC2B}"/>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78862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50FFE-492E-3A48-B80B-D79737F4304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D610B5-DCC0-164D-B3F4-CA4560A8866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A4968F-6A5F-EB46-B1FF-76A6B89E20DE}"/>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C34E8C16-43A3-174C-B943-48038CB74AF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5542B7-DD3F-694B-9878-870FC2BC937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694806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945E-45C7-D342-9724-6821A67FBE9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762E1D3-8A01-074B-A4BE-208212690E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E683063-DD80-334C-BE5E-CD3DAAF62F1E}"/>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2DD7BB6C-4A12-334E-AC20-F414CCC9398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3B5165-C988-5047-BE59-0F12E2B1A4A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89602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37484-2511-5046-AAEA-A737CF747C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63F3D21-5C8B-2147-B9DD-7689B91ECF2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6EF21B5-698D-B84D-B47D-EB77CE78D7F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CFB320B-72E0-EE40-8B90-EE533A58B3C5}"/>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6" name="页脚占位符 5">
            <a:extLst>
              <a:ext uri="{FF2B5EF4-FFF2-40B4-BE49-F238E27FC236}">
                <a16:creationId xmlns:a16="http://schemas.microsoft.com/office/drawing/2014/main" id="{E6DCFA5F-2A8D-624A-B732-4378E4EC72A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A69FDF-7BF2-5249-BD2A-0F5F76C7A74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18132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1F85A-084A-5C44-AFA6-4B6D438EB9B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9F41299-59D4-7F4A-9533-C87ACDC66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5800454-DD61-4340-A4C6-8C5FC50DC19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8B1E139-6C6C-B840-8030-69EE5520A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FF7684F-D0DD-D442-BFAE-47FB7C1858A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927C38-3E7F-0548-97A7-E458EACAE1DF}"/>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8" name="页脚占位符 7">
            <a:extLst>
              <a:ext uri="{FF2B5EF4-FFF2-40B4-BE49-F238E27FC236}">
                <a16:creationId xmlns:a16="http://schemas.microsoft.com/office/drawing/2014/main" id="{E2C9B5D1-7E96-1A4A-BE32-388155DDA3C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891027D-1124-1E4D-B15B-29B4655BCF3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85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26600-6B3F-5044-92FE-60543C6B1DE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FB605F0-045A-5E41-AD4D-F0716465AD2F}"/>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4" name="页脚占位符 3">
            <a:extLst>
              <a:ext uri="{FF2B5EF4-FFF2-40B4-BE49-F238E27FC236}">
                <a16:creationId xmlns:a16="http://schemas.microsoft.com/office/drawing/2014/main" id="{8940386F-0C0B-BF4A-B42A-824A78B22FD5}"/>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EE15E3A-3362-2D47-83D1-E07E0BD56F4F}"/>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14924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1BEE0F-3AFF-1047-9761-587D77BAB2A6}"/>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3" name="页脚占位符 2">
            <a:extLst>
              <a:ext uri="{FF2B5EF4-FFF2-40B4-BE49-F238E27FC236}">
                <a16:creationId xmlns:a16="http://schemas.microsoft.com/office/drawing/2014/main" id="{783F0D49-8C8E-B348-B6AB-46587E95A4B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885688B-6EF0-FA40-9479-67B0EDBC8C0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7240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5AC46-B680-2B4E-BBA9-2CA9A5152BB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D06531EB-1737-F44E-AF41-89333AF27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9F124D6-88A0-9248-A849-3F56BBCA0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A7CF516-71FD-3E4B-9B8F-FC87F1EEC11D}"/>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6" name="页脚占位符 5">
            <a:extLst>
              <a:ext uri="{FF2B5EF4-FFF2-40B4-BE49-F238E27FC236}">
                <a16:creationId xmlns:a16="http://schemas.microsoft.com/office/drawing/2014/main" id="{3977A8F3-B4AB-5640-B746-0A8568E7A97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0AC448D-43EF-D34D-8167-33354BFF57E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2095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F4221-17B7-7D4F-949B-C159EF411F3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896182-9B62-4942-B14E-3A9B8AFEE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C5B7F32-D809-3748-8065-C03090A4F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9D0CD3-428D-3E42-9A2E-051E1FE58A6B}"/>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6" name="页脚占位符 5">
            <a:extLst>
              <a:ext uri="{FF2B5EF4-FFF2-40B4-BE49-F238E27FC236}">
                <a16:creationId xmlns:a16="http://schemas.microsoft.com/office/drawing/2014/main" id="{949E55FA-7A0B-8248-8C7D-26E0E9731C1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95F59A-C692-8D4B-8C03-8507D7C26E3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0471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CFB9A-0A8A-D94B-8424-4C9DAA203A0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6DAF788-7E67-214E-97C8-BBF86EA6E95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A986819-A278-5742-A318-44989338DF51}"/>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87404635-B1B3-2145-832C-33B73199D5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18730BD-3BD7-F943-B5C2-9E24945CE544}"/>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58213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092535-ED57-3740-812B-23F5C303B0C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1CA1B71-C071-4346-A329-4054541B3DA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78C0FB2-7261-B943-80CD-CF70AFB5D649}"/>
              </a:ext>
            </a:extLst>
          </p:cNvPr>
          <p:cNvSpPr>
            <a:spLocks noGrp="1"/>
          </p:cNvSpPr>
          <p:nvPr>
            <p:ph type="dt" sz="half" idx="10"/>
          </p:nvPr>
        </p:nvSpPr>
        <p:spPr/>
        <p:txBody>
          <a:body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B4508881-2AD6-2E4F-A1EE-8329BCA539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BC3AF39-7C16-8C41-8DEE-7A5F4C393CB9}"/>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421553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新空白">
    <p:spTree>
      <p:nvGrpSpPr>
        <p:cNvPr id="1" name=""/>
        <p:cNvGrpSpPr/>
        <p:nvPr/>
      </p:nvGrpSpPr>
      <p:grpSpPr>
        <a:xfrm>
          <a:off x="0" y="0"/>
          <a:ext cx="0" cy="0"/>
          <a:chOff x="0" y="0"/>
          <a:chExt cx="0" cy="0"/>
        </a:xfrm>
      </p:grpSpPr>
      <p:sp>
        <p:nvSpPr>
          <p:cNvPr id="2" name="自由: 形状 4"/>
          <p:cNvSpPr/>
          <p:nvPr userDrawn="1"/>
        </p:nvSpPr>
        <p:spPr>
          <a:xfrm flipV="1">
            <a:off x="0" y="-1"/>
            <a:ext cx="12192000" cy="914401"/>
          </a:xfrm>
          <a:custGeom>
            <a:avLst/>
            <a:gdLst>
              <a:gd name="connsiteX0" fmla="*/ 6096000 w 12192000"/>
              <a:gd name="connsiteY0" fmla="*/ 0 h 720996"/>
              <a:gd name="connsiteX1" fmla="*/ 6212897 w 12192000"/>
              <a:gd name="connsiteY1" fmla="*/ 143216 h 720996"/>
              <a:gd name="connsiteX2" fmla="*/ 12192000 w 12192000"/>
              <a:gd name="connsiteY2" fmla="*/ 143216 h 720996"/>
              <a:gd name="connsiteX3" fmla="*/ 12192000 w 12192000"/>
              <a:gd name="connsiteY3" fmla="*/ 720996 h 720996"/>
              <a:gd name="connsiteX4" fmla="*/ 0 w 12192000"/>
              <a:gd name="connsiteY4" fmla="*/ 720996 h 720996"/>
              <a:gd name="connsiteX5" fmla="*/ 0 w 12192000"/>
              <a:gd name="connsiteY5" fmla="*/ 143216 h 720996"/>
              <a:gd name="connsiteX6" fmla="*/ 5979103 w 12192000"/>
              <a:gd name="connsiteY6" fmla="*/ 143216 h 72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20996">
                <a:moveTo>
                  <a:pt x="6096000" y="0"/>
                </a:moveTo>
                <a:lnTo>
                  <a:pt x="6212897" y="143216"/>
                </a:lnTo>
                <a:lnTo>
                  <a:pt x="12192000" y="143216"/>
                </a:lnTo>
                <a:lnTo>
                  <a:pt x="12192000" y="720996"/>
                </a:lnTo>
                <a:lnTo>
                  <a:pt x="0" y="720996"/>
                </a:lnTo>
                <a:lnTo>
                  <a:pt x="0" y="143216"/>
                </a:lnTo>
                <a:lnTo>
                  <a:pt x="5979103" y="143216"/>
                </a:lnTo>
                <a:close/>
              </a:path>
            </a:pathLst>
          </a:custGeom>
          <a:solidFill>
            <a:srgbClr val="373737"/>
          </a:solidFill>
          <a:ln>
            <a:noFill/>
          </a:ln>
          <a:effectLst>
            <a:outerShdw blurRad="101600" dist="25400" dir="16200000" sx="99000" sy="99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Source Han Sans Light"/>
              <a:cs typeface="+mn-cs"/>
            </a:endParaRPr>
          </a:p>
        </p:txBody>
      </p:sp>
      <p:sp>
        <p:nvSpPr>
          <p:cNvPr id="3" name="矩形 2"/>
          <p:cNvSpPr/>
          <p:nvPr userDrawn="1"/>
        </p:nvSpPr>
        <p:spPr>
          <a:xfrm>
            <a:off x="0" y="0"/>
            <a:ext cx="12192000" cy="6858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3652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4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青色空白">
    <p:bg>
      <p:bgPr>
        <a:solidFill>
          <a:srgbClr val="25BCC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769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0625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4001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Whit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1245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579910" y="2595169"/>
            <a:ext cx="1042520" cy="1008570"/>
          </a:xfrm>
          <a:prstGeom prst="rect">
            <a:avLst/>
          </a:prstGeom>
        </p:spPr>
        <p:txBody>
          <a:bodyPr anchor="t"/>
          <a:lstStyle>
            <a:lvl1pPr marL="0" indent="0" algn="ctr">
              <a:buNone/>
              <a:defRPr sz="1000"/>
            </a:lvl1pPr>
          </a:lstStyle>
          <a:p>
            <a:pPr lvl="0"/>
            <a:r>
              <a:rPr lang="fr-FR" dirty="0"/>
              <a:t>Drag &amp; Drop</a:t>
            </a:r>
            <a:endParaRPr lang="en-US" dirty="0"/>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357732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557474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757215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956957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157991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357732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557474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757215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9569570" y="4544738"/>
            <a:ext cx="1042520" cy="1008570"/>
          </a:xfrm>
          <a:prstGeom prst="rect">
            <a:avLst/>
          </a:prstGeom>
        </p:spPr>
        <p:txBody>
          <a:bodyPr anchor="t"/>
          <a:lstStyle>
            <a:lvl1pPr marL="0" indent="0" algn="ctr">
              <a:buNone/>
              <a:defRPr sz="1000"/>
            </a:lvl1pPr>
          </a:lstStyle>
          <a:p>
            <a:pPr lvl="0"/>
            <a:r>
              <a:rPr lang="fr-FR" dirty="0"/>
              <a:t>Drag &amp; Drop</a:t>
            </a:r>
          </a:p>
        </p:txBody>
      </p:sp>
    </p:spTree>
    <p:extLst>
      <p:ext uri="{BB962C8B-B14F-4D97-AF65-F5344CB8AC3E}">
        <p14:creationId xmlns:p14="http://schemas.microsoft.com/office/powerpoint/2010/main" val="15650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492839"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3178922"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4865005"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6551088"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8237171"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9923253"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5" name="Espace réservé du contenu 12">
            <a:extLst>
              <a:ext uri="{FF2B5EF4-FFF2-40B4-BE49-F238E27FC236}">
                <a16:creationId xmlns:a16="http://schemas.microsoft.com/office/drawing/2014/main" id="{9F748970-5446-41ED-9626-54FA09FD9DA4}"/>
              </a:ext>
            </a:extLst>
          </p:cNvPr>
          <p:cNvSpPr>
            <a:spLocks noGrp="1"/>
          </p:cNvSpPr>
          <p:nvPr>
            <p:ph sz="quarter" idx="16" hasCustomPrompt="1"/>
          </p:nvPr>
        </p:nvSpPr>
        <p:spPr>
          <a:xfrm>
            <a:off x="1492839"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6" name="Espace réservé du contenu 12">
            <a:extLst>
              <a:ext uri="{FF2B5EF4-FFF2-40B4-BE49-F238E27FC236}">
                <a16:creationId xmlns:a16="http://schemas.microsoft.com/office/drawing/2014/main" id="{658FDE67-743F-4741-AD12-5E89EB8B5203}"/>
              </a:ext>
            </a:extLst>
          </p:cNvPr>
          <p:cNvSpPr>
            <a:spLocks noGrp="1"/>
          </p:cNvSpPr>
          <p:nvPr>
            <p:ph sz="quarter" idx="17" hasCustomPrompt="1"/>
          </p:nvPr>
        </p:nvSpPr>
        <p:spPr>
          <a:xfrm>
            <a:off x="3178922"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7" name="Espace réservé du contenu 12">
            <a:extLst>
              <a:ext uri="{FF2B5EF4-FFF2-40B4-BE49-F238E27FC236}">
                <a16:creationId xmlns:a16="http://schemas.microsoft.com/office/drawing/2014/main" id="{3B72979C-C29D-4B32-BD44-7102EF391ECA}"/>
              </a:ext>
            </a:extLst>
          </p:cNvPr>
          <p:cNvSpPr>
            <a:spLocks noGrp="1"/>
          </p:cNvSpPr>
          <p:nvPr>
            <p:ph sz="quarter" idx="18" hasCustomPrompt="1"/>
          </p:nvPr>
        </p:nvSpPr>
        <p:spPr>
          <a:xfrm>
            <a:off x="4865005"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8" name="Espace réservé du contenu 12">
            <a:extLst>
              <a:ext uri="{FF2B5EF4-FFF2-40B4-BE49-F238E27FC236}">
                <a16:creationId xmlns:a16="http://schemas.microsoft.com/office/drawing/2014/main" id="{E26C070C-BBAD-4319-94CD-E920FBB48BBC}"/>
              </a:ext>
            </a:extLst>
          </p:cNvPr>
          <p:cNvSpPr>
            <a:spLocks noGrp="1"/>
          </p:cNvSpPr>
          <p:nvPr>
            <p:ph sz="quarter" idx="19" hasCustomPrompt="1"/>
          </p:nvPr>
        </p:nvSpPr>
        <p:spPr>
          <a:xfrm>
            <a:off x="6551088"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9" name="Espace réservé du contenu 12">
            <a:extLst>
              <a:ext uri="{FF2B5EF4-FFF2-40B4-BE49-F238E27FC236}">
                <a16:creationId xmlns:a16="http://schemas.microsoft.com/office/drawing/2014/main" id="{72D6E8D4-073F-4B82-807C-3DDAA7A1891C}"/>
              </a:ext>
            </a:extLst>
          </p:cNvPr>
          <p:cNvSpPr>
            <a:spLocks noGrp="1"/>
          </p:cNvSpPr>
          <p:nvPr>
            <p:ph sz="quarter" idx="20" hasCustomPrompt="1"/>
          </p:nvPr>
        </p:nvSpPr>
        <p:spPr>
          <a:xfrm>
            <a:off x="8237171"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0" name="Espace réservé du contenu 12">
            <a:extLst>
              <a:ext uri="{FF2B5EF4-FFF2-40B4-BE49-F238E27FC236}">
                <a16:creationId xmlns:a16="http://schemas.microsoft.com/office/drawing/2014/main" id="{D7188408-3746-4E2D-AC24-5C968B45D951}"/>
              </a:ext>
            </a:extLst>
          </p:cNvPr>
          <p:cNvSpPr>
            <a:spLocks noGrp="1"/>
          </p:cNvSpPr>
          <p:nvPr>
            <p:ph sz="quarter" idx="21" hasCustomPrompt="1"/>
          </p:nvPr>
        </p:nvSpPr>
        <p:spPr>
          <a:xfrm>
            <a:off x="9923253"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1" name="Espace réservé du contenu 12">
            <a:extLst>
              <a:ext uri="{FF2B5EF4-FFF2-40B4-BE49-F238E27FC236}">
                <a16:creationId xmlns:a16="http://schemas.microsoft.com/office/drawing/2014/main" id="{5B127143-F73B-447F-8E18-A821163DB15F}"/>
              </a:ext>
            </a:extLst>
          </p:cNvPr>
          <p:cNvSpPr>
            <a:spLocks noGrp="1"/>
          </p:cNvSpPr>
          <p:nvPr>
            <p:ph sz="quarter" idx="22" hasCustomPrompt="1"/>
          </p:nvPr>
        </p:nvSpPr>
        <p:spPr>
          <a:xfrm>
            <a:off x="1492839"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2" name="Espace réservé du contenu 12">
            <a:extLst>
              <a:ext uri="{FF2B5EF4-FFF2-40B4-BE49-F238E27FC236}">
                <a16:creationId xmlns:a16="http://schemas.microsoft.com/office/drawing/2014/main" id="{48201BCB-09BC-40A6-88E5-745ABA04D146}"/>
              </a:ext>
            </a:extLst>
          </p:cNvPr>
          <p:cNvSpPr>
            <a:spLocks noGrp="1"/>
          </p:cNvSpPr>
          <p:nvPr>
            <p:ph sz="quarter" idx="23" hasCustomPrompt="1"/>
          </p:nvPr>
        </p:nvSpPr>
        <p:spPr>
          <a:xfrm>
            <a:off x="3178922"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3" name="Espace réservé du contenu 12">
            <a:extLst>
              <a:ext uri="{FF2B5EF4-FFF2-40B4-BE49-F238E27FC236}">
                <a16:creationId xmlns:a16="http://schemas.microsoft.com/office/drawing/2014/main" id="{6CDF4116-C12D-409A-BD45-FCE9C3710FED}"/>
              </a:ext>
            </a:extLst>
          </p:cNvPr>
          <p:cNvSpPr>
            <a:spLocks noGrp="1"/>
          </p:cNvSpPr>
          <p:nvPr>
            <p:ph sz="quarter" idx="24" hasCustomPrompt="1"/>
          </p:nvPr>
        </p:nvSpPr>
        <p:spPr>
          <a:xfrm>
            <a:off x="4865005"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4" name="Espace réservé du contenu 12">
            <a:extLst>
              <a:ext uri="{FF2B5EF4-FFF2-40B4-BE49-F238E27FC236}">
                <a16:creationId xmlns:a16="http://schemas.microsoft.com/office/drawing/2014/main" id="{877E41ED-FA1D-4BD6-804A-2AE2A0E32216}"/>
              </a:ext>
            </a:extLst>
          </p:cNvPr>
          <p:cNvSpPr>
            <a:spLocks noGrp="1"/>
          </p:cNvSpPr>
          <p:nvPr>
            <p:ph sz="quarter" idx="25" hasCustomPrompt="1"/>
          </p:nvPr>
        </p:nvSpPr>
        <p:spPr>
          <a:xfrm>
            <a:off x="6551088"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5" name="Espace réservé du contenu 12">
            <a:extLst>
              <a:ext uri="{FF2B5EF4-FFF2-40B4-BE49-F238E27FC236}">
                <a16:creationId xmlns:a16="http://schemas.microsoft.com/office/drawing/2014/main" id="{A9609212-EAF9-4B4F-A5BF-6F7698F74590}"/>
              </a:ext>
            </a:extLst>
          </p:cNvPr>
          <p:cNvSpPr>
            <a:spLocks noGrp="1"/>
          </p:cNvSpPr>
          <p:nvPr>
            <p:ph sz="quarter" idx="26" hasCustomPrompt="1"/>
          </p:nvPr>
        </p:nvSpPr>
        <p:spPr>
          <a:xfrm>
            <a:off x="8237171"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6" name="Espace réservé du contenu 12">
            <a:extLst>
              <a:ext uri="{FF2B5EF4-FFF2-40B4-BE49-F238E27FC236}">
                <a16:creationId xmlns:a16="http://schemas.microsoft.com/office/drawing/2014/main" id="{3AC5948D-29D8-4F6E-B17F-0441995C2C3F}"/>
              </a:ext>
            </a:extLst>
          </p:cNvPr>
          <p:cNvSpPr>
            <a:spLocks noGrp="1"/>
          </p:cNvSpPr>
          <p:nvPr>
            <p:ph sz="quarter" idx="27" hasCustomPrompt="1"/>
          </p:nvPr>
        </p:nvSpPr>
        <p:spPr>
          <a:xfrm>
            <a:off x="9923253"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Tree>
    <p:extLst>
      <p:ext uri="{BB962C8B-B14F-4D97-AF65-F5344CB8AC3E}">
        <p14:creationId xmlns:p14="http://schemas.microsoft.com/office/powerpoint/2010/main" val="33903939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BA04EA87-5121-4DFC-BCCF-E229FBB46187}"/>
              </a:ext>
            </a:extLst>
          </p:cNvPr>
          <p:cNvSpPr>
            <a:spLocks noGrp="1"/>
          </p:cNvSpPr>
          <p:nvPr>
            <p:ph type="pic" sz="quarter" idx="10" hasCustomPrompt="1"/>
          </p:nvPr>
        </p:nvSpPr>
        <p:spPr>
          <a:xfrm>
            <a:off x="7535119" y="1105236"/>
            <a:ext cx="3903672" cy="464753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9383177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1.1">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167E6FD1-1BAF-4D06-862F-B9B72EC0F7BC}"/>
              </a:ext>
            </a:extLst>
          </p:cNvPr>
          <p:cNvSpPr>
            <a:spLocks noGrp="1"/>
          </p:cNvSpPr>
          <p:nvPr>
            <p:ph type="pic" sz="quarter" idx="10" hasCustomPrompt="1"/>
          </p:nvPr>
        </p:nvSpPr>
        <p:spPr>
          <a:xfrm>
            <a:off x="6672263" y="800099"/>
            <a:ext cx="4752975"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496601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nu">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5316538" y="805814"/>
            <a:ext cx="6875462" cy="5246372"/>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581600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nu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048000" y="3428999"/>
            <a:ext cx="9144000" cy="3428999"/>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669157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folio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1083310" y="2034858"/>
            <a:ext cx="4835350" cy="2086864"/>
          </a:xfrm>
          <a:prstGeom prst="rect">
            <a:avLst/>
          </a:prstGeom>
          <a:solidFill>
            <a:schemeClr val="tx1"/>
          </a:solidFill>
        </p:spPr>
        <p:txBody>
          <a:bodyPr tIns="288000" bIns="2484000">
            <a:noAutofit/>
          </a:bodyPr>
          <a:lstStyle>
            <a:lvl1pPr marL="0" indent="0" algn="ctr">
              <a:buNone/>
              <a:defRPr sz="1800" b="1">
                <a:solidFill>
                  <a:schemeClr val="accent1"/>
                </a:solidFill>
              </a:defRPr>
            </a:lvl1pPr>
          </a:lstStyle>
          <a:p>
            <a:r>
              <a:rPr lang="fr-FR" dirty="0"/>
              <a:t>	</a:t>
            </a:r>
          </a:p>
          <a:p>
            <a:r>
              <a:rPr lang="fr-FR" dirty="0"/>
              <a:t>Picture</a:t>
            </a:r>
          </a:p>
        </p:txBody>
      </p:sp>
      <p:sp>
        <p:nvSpPr>
          <p:cNvPr id="24" name="Picture Placeholder 10">
            <a:extLst>
              <a:ext uri="{FF2B5EF4-FFF2-40B4-BE49-F238E27FC236}">
                <a16:creationId xmlns:a16="http://schemas.microsoft.com/office/drawing/2014/main" id="{1DE33140-D326-4494-8DB4-ACF90E3C8600}"/>
              </a:ext>
            </a:extLst>
          </p:cNvPr>
          <p:cNvSpPr>
            <a:spLocks noGrp="1"/>
          </p:cNvSpPr>
          <p:nvPr>
            <p:ph type="pic" sz="quarter" idx="11" hasCustomPrompt="1"/>
          </p:nvPr>
        </p:nvSpPr>
        <p:spPr>
          <a:xfrm>
            <a:off x="6263180" y="2034858"/>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5" name="Picture Placeholder 10">
            <a:extLst>
              <a:ext uri="{FF2B5EF4-FFF2-40B4-BE49-F238E27FC236}">
                <a16:creationId xmlns:a16="http://schemas.microsoft.com/office/drawing/2014/main" id="{72C13F67-F61E-47C3-A6D3-99FD3E040E6B}"/>
              </a:ext>
            </a:extLst>
          </p:cNvPr>
          <p:cNvSpPr>
            <a:spLocks noGrp="1"/>
          </p:cNvSpPr>
          <p:nvPr>
            <p:ph type="pic" sz="quarter" idx="12" hasCustomPrompt="1"/>
          </p:nvPr>
        </p:nvSpPr>
        <p:spPr>
          <a:xfrm>
            <a:off x="6263180" y="4462667"/>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6" name="Picture Placeholder 10">
            <a:extLst>
              <a:ext uri="{FF2B5EF4-FFF2-40B4-BE49-F238E27FC236}">
                <a16:creationId xmlns:a16="http://schemas.microsoft.com/office/drawing/2014/main" id="{EF5DE429-D884-40C9-B0F5-6FA66002752C}"/>
              </a:ext>
            </a:extLst>
          </p:cNvPr>
          <p:cNvSpPr>
            <a:spLocks noGrp="1"/>
          </p:cNvSpPr>
          <p:nvPr>
            <p:ph type="pic" sz="quarter" idx="13" hasCustomPrompt="1"/>
          </p:nvPr>
        </p:nvSpPr>
        <p:spPr>
          <a:xfrm>
            <a:off x="1083310" y="4462667"/>
            <a:ext cx="483535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9" name="Espace réservé du texte 2">
            <a:extLst>
              <a:ext uri="{FF2B5EF4-FFF2-40B4-BE49-F238E27FC236}">
                <a16:creationId xmlns:a16="http://schemas.microsoft.com/office/drawing/2014/main" id="{53E28430-BF0E-4EB2-8CF6-514BFB60BE52}"/>
              </a:ext>
            </a:extLst>
          </p:cNvPr>
          <p:cNvSpPr>
            <a:spLocks noGrp="1"/>
          </p:cNvSpPr>
          <p:nvPr>
            <p:ph type="body" sz="quarter" idx="20" hasCustomPrompt="1"/>
          </p:nvPr>
        </p:nvSpPr>
        <p:spPr>
          <a:xfrm>
            <a:off x="108331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0" name="Espace réservé du texte 2">
            <a:extLst>
              <a:ext uri="{FF2B5EF4-FFF2-40B4-BE49-F238E27FC236}">
                <a16:creationId xmlns:a16="http://schemas.microsoft.com/office/drawing/2014/main" id="{4CC977C2-23FC-446F-AF25-B21729685F1E}"/>
              </a:ext>
            </a:extLst>
          </p:cNvPr>
          <p:cNvSpPr>
            <a:spLocks noGrp="1"/>
          </p:cNvSpPr>
          <p:nvPr>
            <p:ph type="body" sz="quarter" idx="21" hasCustomPrompt="1"/>
          </p:nvPr>
        </p:nvSpPr>
        <p:spPr>
          <a:xfrm>
            <a:off x="108331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1" name="Espace réservé du texte 2">
            <a:extLst>
              <a:ext uri="{FF2B5EF4-FFF2-40B4-BE49-F238E27FC236}">
                <a16:creationId xmlns:a16="http://schemas.microsoft.com/office/drawing/2014/main" id="{763291BD-1B23-4F4E-A28B-D5B20078DDFD}"/>
              </a:ext>
            </a:extLst>
          </p:cNvPr>
          <p:cNvSpPr>
            <a:spLocks noGrp="1"/>
          </p:cNvSpPr>
          <p:nvPr>
            <p:ph type="body" sz="quarter" idx="22" hasCustomPrompt="1"/>
          </p:nvPr>
        </p:nvSpPr>
        <p:spPr>
          <a:xfrm>
            <a:off x="626318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2" name="Espace réservé du texte 2">
            <a:extLst>
              <a:ext uri="{FF2B5EF4-FFF2-40B4-BE49-F238E27FC236}">
                <a16:creationId xmlns:a16="http://schemas.microsoft.com/office/drawing/2014/main" id="{32E3775C-73B3-46F8-8D0B-C26A2FB24C58}"/>
              </a:ext>
            </a:extLst>
          </p:cNvPr>
          <p:cNvSpPr>
            <a:spLocks noGrp="1"/>
          </p:cNvSpPr>
          <p:nvPr>
            <p:ph type="body" sz="quarter" idx="23" hasCustomPrompt="1"/>
          </p:nvPr>
        </p:nvSpPr>
        <p:spPr>
          <a:xfrm>
            <a:off x="626318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3" name="Espace réservé du texte 2">
            <a:extLst>
              <a:ext uri="{FF2B5EF4-FFF2-40B4-BE49-F238E27FC236}">
                <a16:creationId xmlns:a16="http://schemas.microsoft.com/office/drawing/2014/main" id="{130B80C7-1AF7-412E-AEEA-2B26FC4163CF}"/>
              </a:ext>
            </a:extLst>
          </p:cNvPr>
          <p:cNvSpPr>
            <a:spLocks noGrp="1"/>
          </p:cNvSpPr>
          <p:nvPr>
            <p:ph type="body" sz="quarter" idx="24" hasCustomPrompt="1"/>
          </p:nvPr>
        </p:nvSpPr>
        <p:spPr>
          <a:xfrm>
            <a:off x="108331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4" name="Espace réservé du texte 2">
            <a:extLst>
              <a:ext uri="{FF2B5EF4-FFF2-40B4-BE49-F238E27FC236}">
                <a16:creationId xmlns:a16="http://schemas.microsoft.com/office/drawing/2014/main" id="{45A66AAF-512E-407E-AE51-F6DF878A3489}"/>
              </a:ext>
            </a:extLst>
          </p:cNvPr>
          <p:cNvSpPr>
            <a:spLocks noGrp="1"/>
          </p:cNvSpPr>
          <p:nvPr>
            <p:ph type="body" sz="quarter" idx="25" hasCustomPrompt="1"/>
          </p:nvPr>
        </p:nvSpPr>
        <p:spPr>
          <a:xfrm>
            <a:off x="108331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5" name="Espace réservé du texte 2">
            <a:extLst>
              <a:ext uri="{FF2B5EF4-FFF2-40B4-BE49-F238E27FC236}">
                <a16:creationId xmlns:a16="http://schemas.microsoft.com/office/drawing/2014/main" id="{B1AB9A89-FC73-4026-9488-2029870505CB}"/>
              </a:ext>
            </a:extLst>
          </p:cNvPr>
          <p:cNvSpPr>
            <a:spLocks noGrp="1"/>
          </p:cNvSpPr>
          <p:nvPr>
            <p:ph type="body" sz="quarter" idx="26" hasCustomPrompt="1"/>
          </p:nvPr>
        </p:nvSpPr>
        <p:spPr>
          <a:xfrm>
            <a:off x="626318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77ACB13C-2706-413C-927A-1CB63BB15501}"/>
              </a:ext>
            </a:extLst>
          </p:cNvPr>
          <p:cNvSpPr>
            <a:spLocks noGrp="1"/>
          </p:cNvSpPr>
          <p:nvPr>
            <p:ph type="body" sz="quarter" idx="27" hasCustomPrompt="1"/>
          </p:nvPr>
        </p:nvSpPr>
        <p:spPr>
          <a:xfrm>
            <a:off x="626318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392841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folio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2512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5" name="Picture Placeholder 10">
            <a:extLst>
              <a:ext uri="{FF2B5EF4-FFF2-40B4-BE49-F238E27FC236}">
                <a16:creationId xmlns:a16="http://schemas.microsoft.com/office/drawing/2014/main" id="{ADDFEC20-88DE-440E-8C22-D2A2B237932C}"/>
              </a:ext>
            </a:extLst>
          </p:cNvPr>
          <p:cNvSpPr>
            <a:spLocks noGrp="1"/>
          </p:cNvSpPr>
          <p:nvPr>
            <p:ph type="pic" sz="quarter" idx="11" hasCustomPrompt="1"/>
          </p:nvPr>
        </p:nvSpPr>
        <p:spPr>
          <a:xfrm>
            <a:off x="268224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6" name="Picture Placeholder 10">
            <a:extLst>
              <a:ext uri="{FF2B5EF4-FFF2-40B4-BE49-F238E27FC236}">
                <a16:creationId xmlns:a16="http://schemas.microsoft.com/office/drawing/2014/main" id="{3FA24DDE-A296-4264-94A3-D62AF5BDC096}"/>
              </a:ext>
            </a:extLst>
          </p:cNvPr>
          <p:cNvSpPr>
            <a:spLocks noGrp="1"/>
          </p:cNvSpPr>
          <p:nvPr>
            <p:ph type="pic" sz="quarter" idx="12" hasCustomPrompt="1"/>
          </p:nvPr>
        </p:nvSpPr>
        <p:spPr>
          <a:xfrm>
            <a:off x="503936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7" name="Picture Placeholder 10">
            <a:extLst>
              <a:ext uri="{FF2B5EF4-FFF2-40B4-BE49-F238E27FC236}">
                <a16:creationId xmlns:a16="http://schemas.microsoft.com/office/drawing/2014/main" id="{944FD892-B40E-4C8A-BEFD-A9870E1F95BB}"/>
              </a:ext>
            </a:extLst>
          </p:cNvPr>
          <p:cNvSpPr>
            <a:spLocks noGrp="1"/>
          </p:cNvSpPr>
          <p:nvPr>
            <p:ph type="pic" sz="quarter" idx="13" hasCustomPrompt="1"/>
          </p:nvPr>
        </p:nvSpPr>
        <p:spPr>
          <a:xfrm>
            <a:off x="739648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8" name="Picture Placeholder 10">
            <a:extLst>
              <a:ext uri="{FF2B5EF4-FFF2-40B4-BE49-F238E27FC236}">
                <a16:creationId xmlns:a16="http://schemas.microsoft.com/office/drawing/2014/main" id="{AFF585DB-A83A-4238-915C-7030522C217F}"/>
              </a:ext>
            </a:extLst>
          </p:cNvPr>
          <p:cNvSpPr>
            <a:spLocks noGrp="1"/>
          </p:cNvSpPr>
          <p:nvPr>
            <p:ph type="pic" sz="quarter" idx="14" hasCustomPrompt="1"/>
          </p:nvPr>
        </p:nvSpPr>
        <p:spPr>
          <a:xfrm>
            <a:off x="975360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9" name="Picture Placeholder 10">
            <a:extLst>
              <a:ext uri="{FF2B5EF4-FFF2-40B4-BE49-F238E27FC236}">
                <a16:creationId xmlns:a16="http://schemas.microsoft.com/office/drawing/2014/main" id="{B800CBA0-2590-40E4-B56A-5697FBD2E0C8}"/>
              </a:ext>
            </a:extLst>
          </p:cNvPr>
          <p:cNvSpPr>
            <a:spLocks noGrp="1"/>
          </p:cNvSpPr>
          <p:nvPr>
            <p:ph type="pic" sz="quarter" idx="15" hasCustomPrompt="1"/>
          </p:nvPr>
        </p:nvSpPr>
        <p:spPr>
          <a:xfrm>
            <a:off x="32512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0" name="Picture Placeholder 10">
            <a:extLst>
              <a:ext uri="{FF2B5EF4-FFF2-40B4-BE49-F238E27FC236}">
                <a16:creationId xmlns:a16="http://schemas.microsoft.com/office/drawing/2014/main" id="{137815DD-834A-450B-81D9-F1D90A0CAEDD}"/>
              </a:ext>
            </a:extLst>
          </p:cNvPr>
          <p:cNvSpPr>
            <a:spLocks noGrp="1"/>
          </p:cNvSpPr>
          <p:nvPr>
            <p:ph type="pic" sz="quarter" idx="16" hasCustomPrompt="1"/>
          </p:nvPr>
        </p:nvSpPr>
        <p:spPr>
          <a:xfrm>
            <a:off x="268224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1" name="Picture Placeholder 10">
            <a:extLst>
              <a:ext uri="{FF2B5EF4-FFF2-40B4-BE49-F238E27FC236}">
                <a16:creationId xmlns:a16="http://schemas.microsoft.com/office/drawing/2014/main" id="{1D58274C-6E9E-4343-91B3-DACB9E20B2F0}"/>
              </a:ext>
            </a:extLst>
          </p:cNvPr>
          <p:cNvSpPr>
            <a:spLocks noGrp="1"/>
          </p:cNvSpPr>
          <p:nvPr>
            <p:ph type="pic" sz="quarter" idx="17" hasCustomPrompt="1"/>
          </p:nvPr>
        </p:nvSpPr>
        <p:spPr>
          <a:xfrm>
            <a:off x="503936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2" name="Picture Placeholder 10">
            <a:extLst>
              <a:ext uri="{FF2B5EF4-FFF2-40B4-BE49-F238E27FC236}">
                <a16:creationId xmlns:a16="http://schemas.microsoft.com/office/drawing/2014/main" id="{7ADC8F93-D983-4E6E-8384-5D7D814EEFA6}"/>
              </a:ext>
            </a:extLst>
          </p:cNvPr>
          <p:cNvSpPr>
            <a:spLocks noGrp="1"/>
          </p:cNvSpPr>
          <p:nvPr>
            <p:ph type="pic" sz="quarter" idx="18" hasCustomPrompt="1"/>
          </p:nvPr>
        </p:nvSpPr>
        <p:spPr>
          <a:xfrm>
            <a:off x="739648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3" name="Picture Placeholder 10">
            <a:extLst>
              <a:ext uri="{FF2B5EF4-FFF2-40B4-BE49-F238E27FC236}">
                <a16:creationId xmlns:a16="http://schemas.microsoft.com/office/drawing/2014/main" id="{8B4B45E4-553B-409A-9111-A940DD06D269}"/>
              </a:ext>
            </a:extLst>
          </p:cNvPr>
          <p:cNvSpPr>
            <a:spLocks noGrp="1"/>
          </p:cNvSpPr>
          <p:nvPr>
            <p:ph type="pic" sz="quarter" idx="19" hasCustomPrompt="1"/>
          </p:nvPr>
        </p:nvSpPr>
        <p:spPr>
          <a:xfrm>
            <a:off x="975360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 name="Espace réservé du texte 2">
            <a:extLst>
              <a:ext uri="{FF2B5EF4-FFF2-40B4-BE49-F238E27FC236}">
                <a16:creationId xmlns:a16="http://schemas.microsoft.com/office/drawing/2014/main" id="{316C72E8-81C8-4FB4-85BA-C194C185D587}"/>
              </a:ext>
            </a:extLst>
          </p:cNvPr>
          <p:cNvSpPr>
            <a:spLocks noGrp="1"/>
          </p:cNvSpPr>
          <p:nvPr>
            <p:ph type="body" sz="quarter" idx="20" hasCustomPrompt="1"/>
          </p:nvPr>
        </p:nvSpPr>
        <p:spPr>
          <a:xfrm>
            <a:off x="32511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1D08509A-CA5E-4810-BB02-ED01A7E3EDC4}"/>
              </a:ext>
            </a:extLst>
          </p:cNvPr>
          <p:cNvSpPr>
            <a:spLocks noGrp="1"/>
          </p:cNvSpPr>
          <p:nvPr>
            <p:ph type="body" sz="quarter" idx="21" hasCustomPrompt="1"/>
          </p:nvPr>
        </p:nvSpPr>
        <p:spPr>
          <a:xfrm>
            <a:off x="32512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7" name="Espace réservé du texte 2">
            <a:extLst>
              <a:ext uri="{FF2B5EF4-FFF2-40B4-BE49-F238E27FC236}">
                <a16:creationId xmlns:a16="http://schemas.microsoft.com/office/drawing/2014/main" id="{758071FC-D284-419F-9B56-2BB8AC98B408}"/>
              </a:ext>
            </a:extLst>
          </p:cNvPr>
          <p:cNvSpPr>
            <a:spLocks noGrp="1"/>
          </p:cNvSpPr>
          <p:nvPr>
            <p:ph type="body" sz="quarter" idx="22" hasCustomPrompt="1"/>
          </p:nvPr>
        </p:nvSpPr>
        <p:spPr>
          <a:xfrm>
            <a:off x="2682238"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8" name="Espace réservé du texte 2">
            <a:extLst>
              <a:ext uri="{FF2B5EF4-FFF2-40B4-BE49-F238E27FC236}">
                <a16:creationId xmlns:a16="http://schemas.microsoft.com/office/drawing/2014/main" id="{A7FB7B32-A6F1-441F-ABF7-ED5E7620E93A}"/>
              </a:ext>
            </a:extLst>
          </p:cNvPr>
          <p:cNvSpPr>
            <a:spLocks noGrp="1"/>
          </p:cNvSpPr>
          <p:nvPr>
            <p:ph type="body" sz="quarter" idx="23" hasCustomPrompt="1"/>
          </p:nvPr>
        </p:nvSpPr>
        <p:spPr>
          <a:xfrm>
            <a:off x="2682239"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9" name="Espace réservé du texte 2">
            <a:extLst>
              <a:ext uri="{FF2B5EF4-FFF2-40B4-BE49-F238E27FC236}">
                <a16:creationId xmlns:a16="http://schemas.microsoft.com/office/drawing/2014/main" id="{3BB5C338-6573-4AD1-B7C1-7F31BC5582AF}"/>
              </a:ext>
            </a:extLst>
          </p:cNvPr>
          <p:cNvSpPr>
            <a:spLocks noGrp="1"/>
          </p:cNvSpPr>
          <p:nvPr>
            <p:ph type="body" sz="quarter" idx="24" hasCustomPrompt="1"/>
          </p:nvPr>
        </p:nvSpPr>
        <p:spPr>
          <a:xfrm>
            <a:off x="5039355"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0" name="Espace réservé du texte 2">
            <a:extLst>
              <a:ext uri="{FF2B5EF4-FFF2-40B4-BE49-F238E27FC236}">
                <a16:creationId xmlns:a16="http://schemas.microsoft.com/office/drawing/2014/main" id="{E62FFDFA-4672-49E8-BA29-A820D4E34A7F}"/>
              </a:ext>
            </a:extLst>
          </p:cNvPr>
          <p:cNvSpPr>
            <a:spLocks noGrp="1"/>
          </p:cNvSpPr>
          <p:nvPr>
            <p:ph type="body" sz="quarter" idx="25" hasCustomPrompt="1"/>
          </p:nvPr>
        </p:nvSpPr>
        <p:spPr>
          <a:xfrm>
            <a:off x="5039356"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1" name="Espace réservé du texte 2">
            <a:extLst>
              <a:ext uri="{FF2B5EF4-FFF2-40B4-BE49-F238E27FC236}">
                <a16:creationId xmlns:a16="http://schemas.microsoft.com/office/drawing/2014/main" id="{A11689A5-79C4-4A87-B01A-4B9F8A428EC3}"/>
              </a:ext>
            </a:extLst>
          </p:cNvPr>
          <p:cNvSpPr>
            <a:spLocks noGrp="1"/>
          </p:cNvSpPr>
          <p:nvPr>
            <p:ph type="body" sz="quarter" idx="26" hasCustomPrompt="1"/>
          </p:nvPr>
        </p:nvSpPr>
        <p:spPr>
          <a:xfrm>
            <a:off x="739646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2" name="Espace réservé du texte 2">
            <a:extLst>
              <a:ext uri="{FF2B5EF4-FFF2-40B4-BE49-F238E27FC236}">
                <a16:creationId xmlns:a16="http://schemas.microsoft.com/office/drawing/2014/main" id="{184713B9-EF45-452D-AB5C-E790803F48EA}"/>
              </a:ext>
            </a:extLst>
          </p:cNvPr>
          <p:cNvSpPr>
            <a:spLocks noGrp="1"/>
          </p:cNvSpPr>
          <p:nvPr>
            <p:ph type="body" sz="quarter" idx="27" hasCustomPrompt="1"/>
          </p:nvPr>
        </p:nvSpPr>
        <p:spPr>
          <a:xfrm>
            <a:off x="739647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3" name="Espace réservé du texte 2">
            <a:extLst>
              <a:ext uri="{FF2B5EF4-FFF2-40B4-BE49-F238E27FC236}">
                <a16:creationId xmlns:a16="http://schemas.microsoft.com/office/drawing/2014/main" id="{70B08813-7DA6-42D4-9260-A3656B183C0F}"/>
              </a:ext>
            </a:extLst>
          </p:cNvPr>
          <p:cNvSpPr>
            <a:spLocks noGrp="1"/>
          </p:cNvSpPr>
          <p:nvPr>
            <p:ph type="body" sz="quarter" idx="28" hasCustomPrompt="1"/>
          </p:nvPr>
        </p:nvSpPr>
        <p:spPr>
          <a:xfrm>
            <a:off x="9753586"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4" name="Espace réservé du texte 2">
            <a:extLst>
              <a:ext uri="{FF2B5EF4-FFF2-40B4-BE49-F238E27FC236}">
                <a16:creationId xmlns:a16="http://schemas.microsoft.com/office/drawing/2014/main" id="{C11A3551-612E-49A8-9DFD-0DB2C3B6CF27}"/>
              </a:ext>
            </a:extLst>
          </p:cNvPr>
          <p:cNvSpPr>
            <a:spLocks noGrp="1"/>
          </p:cNvSpPr>
          <p:nvPr>
            <p:ph type="body" sz="quarter" idx="29" hasCustomPrompt="1"/>
          </p:nvPr>
        </p:nvSpPr>
        <p:spPr>
          <a:xfrm>
            <a:off x="9753587"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5" name="Espace réservé du texte 2">
            <a:extLst>
              <a:ext uri="{FF2B5EF4-FFF2-40B4-BE49-F238E27FC236}">
                <a16:creationId xmlns:a16="http://schemas.microsoft.com/office/drawing/2014/main" id="{15D23A70-0BB2-4635-BFD7-77425C4431CF}"/>
              </a:ext>
            </a:extLst>
          </p:cNvPr>
          <p:cNvSpPr>
            <a:spLocks noGrp="1"/>
          </p:cNvSpPr>
          <p:nvPr>
            <p:ph type="body" sz="quarter" idx="30" hasCustomPrompt="1"/>
          </p:nvPr>
        </p:nvSpPr>
        <p:spPr>
          <a:xfrm>
            <a:off x="32511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6" name="Espace réservé du texte 2">
            <a:extLst>
              <a:ext uri="{FF2B5EF4-FFF2-40B4-BE49-F238E27FC236}">
                <a16:creationId xmlns:a16="http://schemas.microsoft.com/office/drawing/2014/main" id="{A8DE0069-A8B7-4E2A-A88D-ED057F4A156D}"/>
              </a:ext>
            </a:extLst>
          </p:cNvPr>
          <p:cNvSpPr>
            <a:spLocks noGrp="1"/>
          </p:cNvSpPr>
          <p:nvPr>
            <p:ph type="body" sz="quarter" idx="31" hasCustomPrompt="1"/>
          </p:nvPr>
        </p:nvSpPr>
        <p:spPr>
          <a:xfrm>
            <a:off x="32512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7" name="Espace réservé du texte 2">
            <a:extLst>
              <a:ext uri="{FF2B5EF4-FFF2-40B4-BE49-F238E27FC236}">
                <a16:creationId xmlns:a16="http://schemas.microsoft.com/office/drawing/2014/main" id="{DED62EA6-CA25-42AF-932E-E226621A7D9A}"/>
              </a:ext>
            </a:extLst>
          </p:cNvPr>
          <p:cNvSpPr>
            <a:spLocks noGrp="1"/>
          </p:cNvSpPr>
          <p:nvPr>
            <p:ph type="body" sz="quarter" idx="32" hasCustomPrompt="1"/>
          </p:nvPr>
        </p:nvSpPr>
        <p:spPr>
          <a:xfrm>
            <a:off x="2682238"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8" name="Espace réservé du texte 2">
            <a:extLst>
              <a:ext uri="{FF2B5EF4-FFF2-40B4-BE49-F238E27FC236}">
                <a16:creationId xmlns:a16="http://schemas.microsoft.com/office/drawing/2014/main" id="{69C73F44-1303-4699-9741-5071A8683183}"/>
              </a:ext>
            </a:extLst>
          </p:cNvPr>
          <p:cNvSpPr>
            <a:spLocks noGrp="1"/>
          </p:cNvSpPr>
          <p:nvPr>
            <p:ph type="body" sz="quarter" idx="33" hasCustomPrompt="1"/>
          </p:nvPr>
        </p:nvSpPr>
        <p:spPr>
          <a:xfrm>
            <a:off x="2682239"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9" name="Espace réservé du texte 2">
            <a:extLst>
              <a:ext uri="{FF2B5EF4-FFF2-40B4-BE49-F238E27FC236}">
                <a16:creationId xmlns:a16="http://schemas.microsoft.com/office/drawing/2014/main" id="{3FAB9CE8-C8F6-4097-9876-3D5BB131A6EE}"/>
              </a:ext>
            </a:extLst>
          </p:cNvPr>
          <p:cNvSpPr>
            <a:spLocks noGrp="1"/>
          </p:cNvSpPr>
          <p:nvPr>
            <p:ph type="body" sz="quarter" idx="34" hasCustomPrompt="1"/>
          </p:nvPr>
        </p:nvSpPr>
        <p:spPr>
          <a:xfrm>
            <a:off x="5039355"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0" name="Espace réservé du texte 2">
            <a:extLst>
              <a:ext uri="{FF2B5EF4-FFF2-40B4-BE49-F238E27FC236}">
                <a16:creationId xmlns:a16="http://schemas.microsoft.com/office/drawing/2014/main" id="{2FE7EAC6-53B9-40F7-BAC8-FFAFE182DB60}"/>
              </a:ext>
            </a:extLst>
          </p:cNvPr>
          <p:cNvSpPr>
            <a:spLocks noGrp="1"/>
          </p:cNvSpPr>
          <p:nvPr>
            <p:ph type="body" sz="quarter" idx="35" hasCustomPrompt="1"/>
          </p:nvPr>
        </p:nvSpPr>
        <p:spPr>
          <a:xfrm>
            <a:off x="5039356"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1" name="Espace réservé du texte 2">
            <a:extLst>
              <a:ext uri="{FF2B5EF4-FFF2-40B4-BE49-F238E27FC236}">
                <a16:creationId xmlns:a16="http://schemas.microsoft.com/office/drawing/2014/main" id="{4AA8E213-976B-4F42-BF73-C960C4D9F66D}"/>
              </a:ext>
            </a:extLst>
          </p:cNvPr>
          <p:cNvSpPr>
            <a:spLocks noGrp="1"/>
          </p:cNvSpPr>
          <p:nvPr>
            <p:ph type="body" sz="quarter" idx="36" hasCustomPrompt="1"/>
          </p:nvPr>
        </p:nvSpPr>
        <p:spPr>
          <a:xfrm>
            <a:off x="739646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2" name="Espace réservé du texte 2">
            <a:extLst>
              <a:ext uri="{FF2B5EF4-FFF2-40B4-BE49-F238E27FC236}">
                <a16:creationId xmlns:a16="http://schemas.microsoft.com/office/drawing/2014/main" id="{2B1B6386-3DB5-4B9B-9D72-E30B0FE4104F}"/>
              </a:ext>
            </a:extLst>
          </p:cNvPr>
          <p:cNvSpPr>
            <a:spLocks noGrp="1"/>
          </p:cNvSpPr>
          <p:nvPr>
            <p:ph type="body" sz="quarter" idx="37" hasCustomPrompt="1"/>
          </p:nvPr>
        </p:nvSpPr>
        <p:spPr>
          <a:xfrm>
            <a:off x="739647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3" name="Espace réservé du texte 2">
            <a:extLst>
              <a:ext uri="{FF2B5EF4-FFF2-40B4-BE49-F238E27FC236}">
                <a16:creationId xmlns:a16="http://schemas.microsoft.com/office/drawing/2014/main" id="{E3598400-E700-44A3-8903-DB65AFF1248F}"/>
              </a:ext>
            </a:extLst>
          </p:cNvPr>
          <p:cNvSpPr>
            <a:spLocks noGrp="1"/>
          </p:cNvSpPr>
          <p:nvPr>
            <p:ph type="body" sz="quarter" idx="38" hasCustomPrompt="1"/>
          </p:nvPr>
        </p:nvSpPr>
        <p:spPr>
          <a:xfrm>
            <a:off x="9753586"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4" name="Espace réservé du texte 2">
            <a:extLst>
              <a:ext uri="{FF2B5EF4-FFF2-40B4-BE49-F238E27FC236}">
                <a16:creationId xmlns:a16="http://schemas.microsoft.com/office/drawing/2014/main" id="{64D6E52E-F777-4A62-937F-D377DFED58CE}"/>
              </a:ext>
            </a:extLst>
          </p:cNvPr>
          <p:cNvSpPr>
            <a:spLocks noGrp="1"/>
          </p:cNvSpPr>
          <p:nvPr>
            <p:ph type="body" sz="quarter" idx="39" hasCustomPrompt="1"/>
          </p:nvPr>
        </p:nvSpPr>
        <p:spPr>
          <a:xfrm>
            <a:off x="9753587"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634582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7BF478B0-BD0C-4753-83DD-0647CA2A70FC}"/>
              </a:ext>
            </a:extLst>
          </p:cNvPr>
          <p:cNvSpPr>
            <a:spLocks noGrp="1"/>
          </p:cNvSpPr>
          <p:nvPr>
            <p:ph type="pic" sz="quarter" idx="14" hasCustomPrompt="1"/>
          </p:nvPr>
        </p:nvSpPr>
        <p:spPr>
          <a:xfrm>
            <a:off x="390399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3" name="Picture Placeholder 10">
            <a:extLst>
              <a:ext uri="{FF2B5EF4-FFF2-40B4-BE49-F238E27FC236}">
                <a16:creationId xmlns:a16="http://schemas.microsoft.com/office/drawing/2014/main" id="{4E75A3EB-2585-4E8B-966D-EE16E52809A4}"/>
              </a:ext>
            </a:extLst>
          </p:cNvPr>
          <p:cNvSpPr>
            <a:spLocks noGrp="1"/>
          </p:cNvSpPr>
          <p:nvPr>
            <p:ph type="pic" sz="quarter" idx="15" hasCustomPrompt="1"/>
          </p:nvPr>
        </p:nvSpPr>
        <p:spPr>
          <a:xfrm>
            <a:off x="6443986" y="2621323"/>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4" name="Picture Placeholder 10">
            <a:extLst>
              <a:ext uri="{FF2B5EF4-FFF2-40B4-BE49-F238E27FC236}">
                <a16:creationId xmlns:a16="http://schemas.microsoft.com/office/drawing/2014/main" id="{92B3B241-D439-47C0-9E90-9F4C8234BE09}"/>
              </a:ext>
            </a:extLst>
          </p:cNvPr>
          <p:cNvSpPr>
            <a:spLocks noGrp="1"/>
          </p:cNvSpPr>
          <p:nvPr>
            <p:ph type="pic" sz="quarter" idx="16" hasCustomPrompt="1"/>
          </p:nvPr>
        </p:nvSpPr>
        <p:spPr>
          <a:xfrm>
            <a:off x="8983978" y="2612615"/>
            <a:ext cx="1864997" cy="1866477"/>
          </a:xfrm>
          <a:prstGeom prst="ellipse">
            <a:avLst/>
          </a:prstGeom>
          <a:solidFill>
            <a:schemeClr val="tx1"/>
          </a:solidFill>
        </p:spPr>
        <p:txBody>
          <a:bodyPr>
            <a:normAutofit/>
          </a:bodyPr>
          <a:lstStyle>
            <a:lvl1pPr marL="0" indent="0" algn="ctr" rtl="0">
              <a:buNone/>
              <a:defRPr sz="1050"/>
            </a:lvl1pPr>
          </a:lstStyle>
          <a:p>
            <a:r>
              <a:rPr lang="fr-FR" dirty="0"/>
              <a:t>Picture</a:t>
            </a:r>
          </a:p>
        </p:txBody>
      </p:sp>
      <p:sp>
        <p:nvSpPr>
          <p:cNvPr id="11" name="Picture Placeholder 10">
            <a:extLst>
              <a:ext uri="{FF2B5EF4-FFF2-40B4-BE49-F238E27FC236}">
                <a16:creationId xmlns:a16="http://schemas.microsoft.com/office/drawing/2014/main" id="{833B4748-1D15-492B-BFA6-8B1A7240F821}"/>
              </a:ext>
            </a:extLst>
          </p:cNvPr>
          <p:cNvSpPr>
            <a:spLocks noGrp="1"/>
          </p:cNvSpPr>
          <p:nvPr>
            <p:ph type="pic" sz="quarter" idx="13" hasCustomPrompt="1"/>
          </p:nvPr>
        </p:nvSpPr>
        <p:spPr>
          <a:xfrm>
            <a:off x="136400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Tree>
    <p:extLst>
      <p:ext uri="{BB962C8B-B14F-4D97-AF65-F5344CB8AC3E}">
        <p14:creationId xmlns:p14="http://schemas.microsoft.com/office/powerpoint/2010/main" val="2406339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35" name="Picture Placeholder 10">
            <a:extLst>
              <a:ext uri="{FF2B5EF4-FFF2-40B4-BE49-F238E27FC236}">
                <a16:creationId xmlns:a16="http://schemas.microsoft.com/office/drawing/2014/main" id="{28A52817-9434-4248-A9F0-5409D58D80AB}"/>
              </a:ext>
            </a:extLst>
          </p:cNvPr>
          <p:cNvSpPr>
            <a:spLocks noGrp="1"/>
          </p:cNvSpPr>
          <p:nvPr>
            <p:ph type="pic" sz="quarter" idx="13" hasCustomPrompt="1"/>
          </p:nvPr>
        </p:nvSpPr>
        <p:spPr>
          <a:xfrm>
            <a:off x="1367754"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8CC145B-9158-4C89-BDE8-D80C6BEAD342}"/>
              </a:ext>
            </a:extLst>
          </p:cNvPr>
          <p:cNvSpPr>
            <a:spLocks noGrp="1"/>
          </p:cNvSpPr>
          <p:nvPr>
            <p:ph type="pic" sz="quarter" idx="14" hasCustomPrompt="1"/>
          </p:nvPr>
        </p:nvSpPr>
        <p:spPr>
          <a:xfrm>
            <a:off x="4776437"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18240BEE-6B48-4E46-8571-243D0874F8AD}"/>
              </a:ext>
            </a:extLst>
          </p:cNvPr>
          <p:cNvSpPr>
            <a:spLocks noGrp="1"/>
          </p:cNvSpPr>
          <p:nvPr>
            <p:ph type="pic" sz="quarter" idx="15" hasCustomPrompt="1"/>
          </p:nvPr>
        </p:nvSpPr>
        <p:spPr>
          <a:xfrm>
            <a:off x="8190198"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891A3D34-F938-43C2-B3E0-F6637FB470EA}"/>
              </a:ext>
            </a:extLst>
          </p:cNvPr>
          <p:cNvSpPr>
            <a:spLocks noGrp="1"/>
          </p:cNvSpPr>
          <p:nvPr>
            <p:ph type="pic" sz="quarter" idx="16" hasCustomPrompt="1"/>
          </p:nvPr>
        </p:nvSpPr>
        <p:spPr>
          <a:xfrm>
            <a:off x="1367754"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8AA6258D-C0D6-4D37-B7E6-AF882A75F99E}"/>
              </a:ext>
            </a:extLst>
          </p:cNvPr>
          <p:cNvSpPr>
            <a:spLocks noGrp="1"/>
          </p:cNvSpPr>
          <p:nvPr>
            <p:ph type="pic" sz="quarter" idx="17" hasCustomPrompt="1"/>
          </p:nvPr>
        </p:nvSpPr>
        <p:spPr>
          <a:xfrm>
            <a:off x="4776437"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C05DB888-4CC2-422E-A90D-0F5961F52473}"/>
              </a:ext>
            </a:extLst>
          </p:cNvPr>
          <p:cNvSpPr>
            <a:spLocks noGrp="1"/>
          </p:cNvSpPr>
          <p:nvPr>
            <p:ph type="pic" sz="quarter" idx="18" hasCustomPrompt="1"/>
          </p:nvPr>
        </p:nvSpPr>
        <p:spPr>
          <a:xfrm>
            <a:off x="8190198"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91B0F4F4-8EDC-454F-99C3-EFA4EFF06681}"/>
              </a:ext>
            </a:extLst>
          </p:cNvPr>
          <p:cNvSpPr>
            <a:spLocks noGrp="1"/>
          </p:cNvSpPr>
          <p:nvPr>
            <p:ph type="pic" sz="quarter" idx="19" hasCustomPrompt="1"/>
          </p:nvPr>
        </p:nvSpPr>
        <p:spPr>
          <a:xfrm>
            <a:off x="1367754"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5F25E1E5-622D-44E9-9FD1-48BBA5FC389D}"/>
              </a:ext>
            </a:extLst>
          </p:cNvPr>
          <p:cNvSpPr>
            <a:spLocks noGrp="1"/>
          </p:cNvSpPr>
          <p:nvPr>
            <p:ph type="pic" sz="quarter" idx="20" hasCustomPrompt="1"/>
          </p:nvPr>
        </p:nvSpPr>
        <p:spPr>
          <a:xfrm>
            <a:off x="4776437"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FF0CB30F-6742-4E8E-9918-FF5A545074AE}"/>
              </a:ext>
            </a:extLst>
          </p:cNvPr>
          <p:cNvSpPr>
            <a:spLocks noGrp="1"/>
          </p:cNvSpPr>
          <p:nvPr>
            <p:ph type="pic" sz="quarter" idx="21" hasCustomPrompt="1"/>
          </p:nvPr>
        </p:nvSpPr>
        <p:spPr>
          <a:xfrm>
            <a:off x="8190198"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Tree>
    <p:extLst>
      <p:ext uri="{BB962C8B-B14F-4D97-AF65-F5344CB8AC3E}">
        <p14:creationId xmlns:p14="http://schemas.microsoft.com/office/powerpoint/2010/main" val="370897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26" name="Picture Placeholder 10">
            <a:extLst>
              <a:ext uri="{FF2B5EF4-FFF2-40B4-BE49-F238E27FC236}">
                <a16:creationId xmlns:a16="http://schemas.microsoft.com/office/drawing/2014/main" id="{22EE241B-2BBC-4744-835C-8F40458A127C}"/>
              </a:ext>
            </a:extLst>
          </p:cNvPr>
          <p:cNvSpPr>
            <a:spLocks noGrp="1"/>
          </p:cNvSpPr>
          <p:nvPr>
            <p:ph type="pic" sz="quarter" idx="13" hasCustomPrompt="1"/>
          </p:nvPr>
        </p:nvSpPr>
        <p:spPr>
          <a:xfrm>
            <a:off x="1343505"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7" name="Picture Placeholder 10">
            <a:extLst>
              <a:ext uri="{FF2B5EF4-FFF2-40B4-BE49-F238E27FC236}">
                <a16:creationId xmlns:a16="http://schemas.microsoft.com/office/drawing/2014/main" id="{6CAB5CF8-20D7-4B90-95C9-20E098992A49}"/>
              </a:ext>
            </a:extLst>
          </p:cNvPr>
          <p:cNvSpPr>
            <a:spLocks noGrp="1"/>
          </p:cNvSpPr>
          <p:nvPr>
            <p:ph type="pic" sz="quarter" idx="14" hasCustomPrompt="1"/>
          </p:nvPr>
        </p:nvSpPr>
        <p:spPr>
          <a:xfrm>
            <a:off x="3783307"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8" name="Picture Placeholder 10">
            <a:extLst>
              <a:ext uri="{FF2B5EF4-FFF2-40B4-BE49-F238E27FC236}">
                <a16:creationId xmlns:a16="http://schemas.microsoft.com/office/drawing/2014/main" id="{62CEBB88-3D8A-4909-B93A-1F994D6624FA}"/>
              </a:ext>
            </a:extLst>
          </p:cNvPr>
          <p:cNvSpPr>
            <a:spLocks noGrp="1"/>
          </p:cNvSpPr>
          <p:nvPr>
            <p:ph type="pic" sz="quarter" idx="15" hasCustomPrompt="1"/>
          </p:nvPr>
        </p:nvSpPr>
        <p:spPr>
          <a:xfrm>
            <a:off x="6223109"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9" name="Picture Placeholder 10">
            <a:extLst>
              <a:ext uri="{FF2B5EF4-FFF2-40B4-BE49-F238E27FC236}">
                <a16:creationId xmlns:a16="http://schemas.microsoft.com/office/drawing/2014/main" id="{1EEB6057-CF61-47A1-8D3B-A9763726F611}"/>
              </a:ext>
            </a:extLst>
          </p:cNvPr>
          <p:cNvSpPr>
            <a:spLocks noGrp="1"/>
          </p:cNvSpPr>
          <p:nvPr>
            <p:ph type="pic" sz="quarter" idx="16" hasCustomPrompt="1"/>
          </p:nvPr>
        </p:nvSpPr>
        <p:spPr>
          <a:xfrm>
            <a:off x="8662910" y="112540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0" name="Picture Placeholder 10">
            <a:extLst>
              <a:ext uri="{FF2B5EF4-FFF2-40B4-BE49-F238E27FC236}">
                <a16:creationId xmlns:a16="http://schemas.microsoft.com/office/drawing/2014/main" id="{03BD2BA6-012F-4C7B-9935-0A0FF955DB30}"/>
              </a:ext>
            </a:extLst>
          </p:cNvPr>
          <p:cNvSpPr>
            <a:spLocks noGrp="1"/>
          </p:cNvSpPr>
          <p:nvPr>
            <p:ph type="pic" sz="quarter" idx="17" hasCustomPrompt="1"/>
          </p:nvPr>
        </p:nvSpPr>
        <p:spPr>
          <a:xfrm>
            <a:off x="1343505"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1" name="Picture Placeholder 10">
            <a:extLst>
              <a:ext uri="{FF2B5EF4-FFF2-40B4-BE49-F238E27FC236}">
                <a16:creationId xmlns:a16="http://schemas.microsoft.com/office/drawing/2014/main" id="{8212F895-139A-4202-8B95-2C7A110D6760}"/>
              </a:ext>
            </a:extLst>
          </p:cNvPr>
          <p:cNvSpPr>
            <a:spLocks noGrp="1"/>
          </p:cNvSpPr>
          <p:nvPr>
            <p:ph type="pic" sz="quarter" idx="18" hasCustomPrompt="1"/>
          </p:nvPr>
        </p:nvSpPr>
        <p:spPr>
          <a:xfrm>
            <a:off x="3783307"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2" name="Picture Placeholder 10">
            <a:extLst>
              <a:ext uri="{FF2B5EF4-FFF2-40B4-BE49-F238E27FC236}">
                <a16:creationId xmlns:a16="http://schemas.microsoft.com/office/drawing/2014/main" id="{49B61935-611C-4306-A86C-ADAC9B00FAE3}"/>
              </a:ext>
            </a:extLst>
          </p:cNvPr>
          <p:cNvSpPr>
            <a:spLocks noGrp="1"/>
          </p:cNvSpPr>
          <p:nvPr>
            <p:ph type="pic" sz="quarter" idx="19" hasCustomPrompt="1"/>
          </p:nvPr>
        </p:nvSpPr>
        <p:spPr>
          <a:xfrm>
            <a:off x="6223109"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3" name="Picture Placeholder 10">
            <a:extLst>
              <a:ext uri="{FF2B5EF4-FFF2-40B4-BE49-F238E27FC236}">
                <a16:creationId xmlns:a16="http://schemas.microsoft.com/office/drawing/2014/main" id="{CEBAAD78-3A0A-4669-9779-D4D727D7F89A}"/>
              </a:ext>
            </a:extLst>
          </p:cNvPr>
          <p:cNvSpPr>
            <a:spLocks noGrp="1"/>
          </p:cNvSpPr>
          <p:nvPr>
            <p:ph type="pic" sz="quarter" idx="20" hasCustomPrompt="1"/>
          </p:nvPr>
        </p:nvSpPr>
        <p:spPr>
          <a:xfrm>
            <a:off x="8662910" y="215631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4" name="Picture Placeholder 10">
            <a:extLst>
              <a:ext uri="{FF2B5EF4-FFF2-40B4-BE49-F238E27FC236}">
                <a16:creationId xmlns:a16="http://schemas.microsoft.com/office/drawing/2014/main" id="{97EC4FAC-6170-4C75-A3FD-3A5D85AA3657}"/>
              </a:ext>
            </a:extLst>
          </p:cNvPr>
          <p:cNvSpPr>
            <a:spLocks noGrp="1"/>
          </p:cNvSpPr>
          <p:nvPr>
            <p:ph type="pic" sz="quarter" idx="21" hasCustomPrompt="1"/>
          </p:nvPr>
        </p:nvSpPr>
        <p:spPr>
          <a:xfrm>
            <a:off x="1343505"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5" name="Picture Placeholder 10">
            <a:extLst>
              <a:ext uri="{FF2B5EF4-FFF2-40B4-BE49-F238E27FC236}">
                <a16:creationId xmlns:a16="http://schemas.microsoft.com/office/drawing/2014/main" id="{2ACB2DC4-26F7-4BC8-88B7-078896321308}"/>
              </a:ext>
            </a:extLst>
          </p:cNvPr>
          <p:cNvSpPr>
            <a:spLocks noGrp="1"/>
          </p:cNvSpPr>
          <p:nvPr>
            <p:ph type="pic" sz="quarter" idx="22" hasCustomPrompt="1"/>
          </p:nvPr>
        </p:nvSpPr>
        <p:spPr>
          <a:xfrm>
            <a:off x="3783307"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6" name="Picture Placeholder 10">
            <a:extLst>
              <a:ext uri="{FF2B5EF4-FFF2-40B4-BE49-F238E27FC236}">
                <a16:creationId xmlns:a16="http://schemas.microsoft.com/office/drawing/2014/main" id="{5C281E6C-DED0-4B17-941E-210561539334}"/>
              </a:ext>
            </a:extLst>
          </p:cNvPr>
          <p:cNvSpPr>
            <a:spLocks noGrp="1"/>
          </p:cNvSpPr>
          <p:nvPr>
            <p:ph type="pic" sz="quarter" idx="23" hasCustomPrompt="1"/>
          </p:nvPr>
        </p:nvSpPr>
        <p:spPr>
          <a:xfrm>
            <a:off x="6223109"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7" name="Picture Placeholder 10">
            <a:extLst>
              <a:ext uri="{FF2B5EF4-FFF2-40B4-BE49-F238E27FC236}">
                <a16:creationId xmlns:a16="http://schemas.microsoft.com/office/drawing/2014/main" id="{8A43420A-D73B-4EB8-8CF4-AD69734CBCA1}"/>
              </a:ext>
            </a:extLst>
          </p:cNvPr>
          <p:cNvSpPr>
            <a:spLocks noGrp="1"/>
          </p:cNvSpPr>
          <p:nvPr>
            <p:ph type="pic" sz="quarter" idx="24" hasCustomPrompt="1"/>
          </p:nvPr>
        </p:nvSpPr>
        <p:spPr>
          <a:xfrm>
            <a:off x="8662910" y="320148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36394BF-0BE0-4580-9A4B-6C3F669CE74A}"/>
              </a:ext>
            </a:extLst>
          </p:cNvPr>
          <p:cNvSpPr>
            <a:spLocks noGrp="1"/>
          </p:cNvSpPr>
          <p:nvPr>
            <p:ph type="pic" sz="quarter" idx="25" hasCustomPrompt="1"/>
          </p:nvPr>
        </p:nvSpPr>
        <p:spPr>
          <a:xfrm>
            <a:off x="1343505"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6E2E6841-CA27-4420-B76E-77748104AF8C}"/>
              </a:ext>
            </a:extLst>
          </p:cNvPr>
          <p:cNvSpPr>
            <a:spLocks noGrp="1"/>
          </p:cNvSpPr>
          <p:nvPr>
            <p:ph type="pic" sz="quarter" idx="26" hasCustomPrompt="1"/>
          </p:nvPr>
        </p:nvSpPr>
        <p:spPr>
          <a:xfrm>
            <a:off x="3783307"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B27D8595-9D80-4B4E-ABD1-DC192925DAC7}"/>
              </a:ext>
            </a:extLst>
          </p:cNvPr>
          <p:cNvSpPr>
            <a:spLocks noGrp="1"/>
          </p:cNvSpPr>
          <p:nvPr>
            <p:ph type="pic" sz="quarter" idx="27" hasCustomPrompt="1"/>
          </p:nvPr>
        </p:nvSpPr>
        <p:spPr>
          <a:xfrm>
            <a:off x="6223109"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008D5C9F-A7BE-434D-8A2D-382361D56102}"/>
              </a:ext>
            </a:extLst>
          </p:cNvPr>
          <p:cNvSpPr>
            <a:spLocks noGrp="1"/>
          </p:cNvSpPr>
          <p:nvPr>
            <p:ph type="pic" sz="quarter" idx="28" hasCustomPrompt="1"/>
          </p:nvPr>
        </p:nvSpPr>
        <p:spPr>
          <a:xfrm>
            <a:off x="8662910" y="4246658"/>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352F1818-2397-4AFC-B47F-7932B5FE27DB}"/>
              </a:ext>
            </a:extLst>
          </p:cNvPr>
          <p:cNvSpPr>
            <a:spLocks noGrp="1"/>
          </p:cNvSpPr>
          <p:nvPr>
            <p:ph type="pic" sz="quarter" idx="29" hasCustomPrompt="1"/>
          </p:nvPr>
        </p:nvSpPr>
        <p:spPr>
          <a:xfrm>
            <a:off x="1343505"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B32CAC22-C1FC-4489-8212-D7CB7E687C3D}"/>
              </a:ext>
            </a:extLst>
          </p:cNvPr>
          <p:cNvSpPr>
            <a:spLocks noGrp="1"/>
          </p:cNvSpPr>
          <p:nvPr>
            <p:ph type="pic" sz="quarter" idx="30" hasCustomPrompt="1"/>
          </p:nvPr>
        </p:nvSpPr>
        <p:spPr>
          <a:xfrm>
            <a:off x="3783307"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B56CC017-012F-4974-9E86-201FB003BE61}"/>
              </a:ext>
            </a:extLst>
          </p:cNvPr>
          <p:cNvSpPr>
            <a:spLocks noGrp="1"/>
          </p:cNvSpPr>
          <p:nvPr>
            <p:ph type="pic" sz="quarter" idx="31" hasCustomPrompt="1"/>
          </p:nvPr>
        </p:nvSpPr>
        <p:spPr>
          <a:xfrm>
            <a:off x="6223109"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9C7581D8-3435-4480-BB56-69621A99B889}"/>
              </a:ext>
            </a:extLst>
          </p:cNvPr>
          <p:cNvSpPr>
            <a:spLocks noGrp="1"/>
          </p:cNvSpPr>
          <p:nvPr>
            <p:ph type="pic" sz="quarter" idx="32" hasCustomPrompt="1"/>
          </p:nvPr>
        </p:nvSpPr>
        <p:spPr>
          <a:xfrm>
            <a:off x="8662910"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Tree>
    <p:extLst>
      <p:ext uri="{BB962C8B-B14F-4D97-AF65-F5344CB8AC3E}">
        <p14:creationId xmlns:p14="http://schemas.microsoft.com/office/powerpoint/2010/main" val="40695742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7B4F1CB-95E7-41BB-84CD-811F727BAF3E}"/>
              </a:ext>
            </a:extLst>
          </p:cNvPr>
          <p:cNvSpPr>
            <a:spLocks noGrp="1"/>
          </p:cNvSpPr>
          <p:nvPr>
            <p:ph type="pic" sz="quarter" idx="10" hasCustomPrompt="1"/>
          </p:nvPr>
        </p:nvSpPr>
        <p:spPr>
          <a:xfrm>
            <a:off x="1357314" y="2142548"/>
            <a:ext cx="2036618" cy="2597727"/>
          </a:xfrm>
          <a:prstGeom prst="rect">
            <a:avLst/>
          </a:prstGeom>
          <a:solidFill>
            <a:schemeClr val="tx1"/>
          </a:solidFill>
        </p:spPr>
        <p:txBody>
          <a:bodyPr/>
          <a:lstStyle>
            <a:lvl1pPr marL="0" indent="0" algn="ctr">
              <a:buNone/>
              <a:defRPr sz="1600"/>
            </a:lvl1pPr>
          </a:lstStyle>
          <a:p>
            <a:r>
              <a:rPr lang="fr-FR" dirty="0"/>
              <a:t>	</a:t>
            </a:r>
          </a:p>
          <a:p>
            <a:endParaRPr lang="fr-FR" dirty="0"/>
          </a:p>
          <a:p>
            <a:endParaRPr lang="fr-FR" dirty="0"/>
          </a:p>
          <a:p>
            <a:r>
              <a:rPr lang="fr-FR" dirty="0"/>
              <a:t>PICTURE</a:t>
            </a:r>
          </a:p>
        </p:txBody>
      </p:sp>
      <p:sp>
        <p:nvSpPr>
          <p:cNvPr id="12" name="Picture Placeholder 10">
            <a:extLst>
              <a:ext uri="{FF2B5EF4-FFF2-40B4-BE49-F238E27FC236}">
                <a16:creationId xmlns:a16="http://schemas.microsoft.com/office/drawing/2014/main" id="{2A54250B-4272-4700-9E95-FBE4CD93773E}"/>
              </a:ext>
            </a:extLst>
          </p:cNvPr>
          <p:cNvSpPr>
            <a:spLocks noGrp="1"/>
          </p:cNvSpPr>
          <p:nvPr>
            <p:ph type="pic" sz="quarter" idx="11" hasCustomPrompt="1"/>
          </p:nvPr>
        </p:nvSpPr>
        <p:spPr>
          <a:xfrm>
            <a:off x="3827255"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3" name="Picture Placeholder 10">
            <a:extLst>
              <a:ext uri="{FF2B5EF4-FFF2-40B4-BE49-F238E27FC236}">
                <a16:creationId xmlns:a16="http://schemas.microsoft.com/office/drawing/2014/main" id="{63F891ED-CFDF-48EE-BC3D-74230214B071}"/>
              </a:ext>
            </a:extLst>
          </p:cNvPr>
          <p:cNvSpPr>
            <a:spLocks noGrp="1"/>
          </p:cNvSpPr>
          <p:nvPr>
            <p:ph type="pic" sz="quarter" idx="12" hasCustomPrompt="1"/>
          </p:nvPr>
        </p:nvSpPr>
        <p:spPr>
          <a:xfrm>
            <a:off x="6329860"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4" name="Picture Placeholder 10">
            <a:extLst>
              <a:ext uri="{FF2B5EF4-FFF2-40B4-BE49-F238E27FC236}">
                <a16:creationId xmlns:a16="http://schemas.microsoft.com/office/drawing/2014/main" id="{7427D460-C8D5-4849-98E7-5367CC0527B3}"/>
              </a:ext>
            </a:extLst>
          </p:cNvPr>
          <p:cNvSpPr>
            <a:spLocks noGrp="1"/>
          </p:cNvSpPr>
          <p:nvPr>
            <p:ph type="pic" sz="quarter" idx="13" hasCustomPrompt="1"/>
          </p:nvPr>
        </p:nvSpPr>
        <p:spPr>
          <a:xfrm>
            <a:off x="8810626"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Tree>
    <p:extLst>
      <p:ext uri="{BB962C8B-B14F-4D97-AF65-F5344CB8AC3E}">
        <p14:creationId xmlns:p14="http://schemas.microsoft.com/office/powerpoint/2010/main" val="36535286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esentation">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D0AF8791-9D94-4BF7-908B-96C3B4C29294}"/>
              </a:ext>
            </a:extLst>
          </p:cNvPr>
          <p:cNvSpPr>
            <a:spLocks noGrp="1"/>
          </p:cNvSpPr>
          <p:nvPr>
            <p:ph type="pic" sz="quarter" idx="10" hasCustomPrompt="1"/>
          </p:nvPr>
        </p:nvSpPr>
        <p:spPr>
          <a:xfrm>
            <a:off x="1357314" y="800100"/>
            <a:ext cx="3839072" cy="52578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6995613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in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8AC4AD57-0BE9-49C6-825B-E9FA1F1C631B}"/>
              </a:ext>
            </a:extLst>
          </p:cNvPr>
          <p:cNvSpPr>
            <a:spLocks noGrp="1"/>
          </p:cNvSpPr>
          <p:nvPr>
            <p:ph type="pic" sz="quarter" idx="10" hasCustomPrompt="1"/>
          </p:nvPr>
        </p:nvSpPr>
        <p:spPr>
          <a:xfrm>
            <a:off x="1357313" y="2333624"/>
            <a:ext cx="9491659" cy="3724276"/>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307622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iner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7716262" y="0"/>
            <a:ext cx="4475737"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412204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iner 3">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38350989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ainer 4">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609600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03530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iner 5">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27128" y="552450"/>
            <a:ext cx="8680183" cy="57531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76586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ood morning">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5329238"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4170346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key">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2987055" cy="3641271"/>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
        <p:nvSpPr>
          <p:cNvPr id="6" name="Picture Placeholder 10">
            <a:extLst>
              <a:ext uri="{FF2B5EF4-FFF2-40B4-BE49-F238E27FC236}">
                <a16:creationId xmlns:a16="http://schemas.microsoft.com/office/drawing/2014/main" id="{72855E4E-0C63-46F6-AF74-7985B3D2289C}"/>
              </a:ext>
            </a:extLst>
          </p:cNvPr>
          <p:cNvSpPr>
            <a:spLocks noGrp="1"/>
          </p:cNvSpPr>
          <p:nvPr>
            <p:ph type="pic" sz="quarter" idx="11" hasCustomPrompt="1"/>
          </p:nvPr>
        </p:nvSpPr>
        <p:spPr>
          <a:xfrm>
            <a:off x="4568184" y="800098"/>
            <a:ext cx="298705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0555A4FC-4CCB-4761-BA47-6EF02177460A}"/>
              </a:ext>
            </a:extLst>
          </p:cNvPr>
          <p:cNvSpPr>
            <a:spLocks noGrp="1"/>
          </p:cNvSpPr>
          <p:nvPr>
            <p:ph type="pic" sz="quarter" idx="12" hasCustomPrompt="1"/>
          </p:nvPr>
        </p:nvSpPr>
        <p:spPr>
          <a:xfrm>
            <a:off x="7793346" y="800098"/>
            <a:ext cx="305562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0868612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iner 6">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1160463"/>
            <a:ext cx="4752975" cy="4645024"/>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4595650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iner 7">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96687" cy="6858000"/>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7096886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iner 8">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89629"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3C87B226-FB09-4A65-8099-8300B588C926}"/>
              </a:ext>
            </a:extLst>
          </p:cNvPr>
          <p:cNvSpPr>
            <a:spLocks noGrp="1"/>
          </p:cNvSpPr>
          <p:nvPr>
            <p:ph type="pic" sz="quarter" idx="11" hasCustomPrompt="1"/>
          </p:nvPr>
        </p:nvSpPr>
        <p:spPr>
          <a:xfrm>
            <a:off x="3398028"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2DB8703F-F124-4DFE-A671-6E977F384329}"/>
              </a:ext>
            </a:extLst>
          </p:cNvPr>
          <p:cNvSpPr>
            <a:spLocks noGrp="1"/>
          </p:cNvSpPr>
          <p:nvPr>
            <p:ph type="pic" sz="quarter" idx="12" hasCustomPrompt="1"/>
          </p:nvPr>
        </p:nvSpPr>
        <p:spPr>
          <a:xfrm>
            <a:off x="6306426"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10" name="Picture Placeholder 10">
            <a:extLst>
              <a:ext uri="{FF2B5EF4-FFF2-40B4-BE49-F238E27FC236}">
                <a16:creationId xmlns:a16="http://schemas.microsoft.com/office/drawing/2014/main" id="{92671105-6192-46DB-B120-D59094B55A07}"/>
              </a:ext>
            </a:extLst>
          </p:cNvPr>
          <p:cNvSpPr>
            <a:spLocks noGrp="1"/>
          </p:cNvSpPr>
          <p:nvPr>
            <p:ph type="pic" sz="quarter" idx="13" hasCustomPrompt="1"/>
          </p:nvPr>
        </p:nvSpPr>
        <p:spPr>
          <a:xfrm>
            <a:off x="9214824"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592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iner 9">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8624046" y="0"/>
            <a:ext cx="3567954"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8426199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iner 10">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6096000" y="0"/>
            <a:ext cx="6096000"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2961973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iner 11">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44517"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B1F59BBA-0F82-46E4-88A7-8B4BF1FC9DD1}"/>
              </a:ext>
            </a:extLst>
          </p:cNvPr>
          <p:cNvSpPr>
            <a:spLocks noGrp="1"/>
          </p:cNvSpPr>
          <p:nvPr>
            <p:ph type="pic" sz="quarter" idx="11" hasCustomPrompt="1"/>
          </p:nvPr>
        </p:nvSpPr>
        <p:spPr>
          <a:xfrm>
            <a:off x="4165413"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1D484B8B-E091-4030-BC2B-6BA4849566E7}"/>
              </a:ext>
            </a:extLst>
          </p:cNvPr>
          <p:cNvSpPr>
            <a:spLocks noGrp="1"/>
          </p:cNvSpPr>
          <p:nvPr>
            <p:ph type="pic" sz="quarter" idx="12" hasCustomPrompt="1"/>
          </p:nvPr>
        </p:nvSpPr>
        <p:spPr>
          <a:xfrm>
            <a:off x="8186310" y="141890"/>
            <a:ext cx="3861170" cy="3626069"/>
          </a:xfrm>
          <a:prstGeom prst="rect">
            <a:avLst/>
          </a:prstGeom>
          <a:solidFill>
            <a:schemeClr val="tx1"/>
          </a:solidFill>
        </p:spPr>
        <p:txBody>
          <a:bodyPr/>
          <a:lstStyle>
            <a:lvl1pPr marL="0" indent="0" algn="ctr" rtl="0">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0515686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iner 12">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
        <p:nvSpPr>
          <p:cNvPr id="12" name="Picture Placeholder 10">
            <a:extLst>
              <a:ext uri="{FF2B5EF4-FFF2-40B4-BE49-F238E27FC236}">
                <a16:creationId xmlns:a16="http://schemas.microsoft.com/office/drawing/2014/main" id="{35796EA6-35FB-4A7E-809F-A9815E5FEF4A}"/>
              </a:ext>
            </a:extLst>
          </p:cNvPr>
          <p:cNvSpPr>
            <a:spLocks noGrp="1"/>
          </p:cNvSpPr>
          <p:nvPr>
            <p:ph type="pic" sz="quarter" idx="11" hasCustomPrompt="1"/>
          </p:nvPr>
        </p:nvSpPr>
        <p:spPr>
          <a:xfrm>
            <a:off x="6095998"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7682563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0077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62A3B4-90FB-4299-99EA-8A0033116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9418" y="2781300"/>
            <a:ext cx="2073164" cy="1295399"/>
          </a:xfrm>
          <a:prstGeom prst="rect">
            <a:avLst/>
          </a:prstGeom>
        </p:spPr>
      </p:pic>
    </p:spTree>
    <p:extLst>
      <p:ext uri="{BB962C8B-B14F-4D97-AF65-F5344CB8AC3E}">
        <p14:creationId xmlns:p14="http://schemas.microsoft.com/office/powerpoint/2010/main" val="40206912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Phone X">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2547147" y="896184"/>
            <a:ext cx="2366010" cy="513885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6311">
                <a:moveTo>
                  <a:pt x="0" y="256648"/>
                </a:moveTo>
                <a:cubicBezTo>
                  <a:pt x="0" y="121456"/>
                  <a:pt x="101975" y="14401"/>
                  <a:pt x="237167" y="9321"/>
                </a:cubicBezTo>
                <a:cubicBezTo>
                  <a:pt x="333052" y="-1632"/>
                  <a:pt x="444023" y="-4013"/>
                  <a:pt x="520700" y="8052"/>
                </a:cubicBezTo>
                <a:cubicBezTo>
                  <a:pt x="570707" y="42977"/>
                  <a:pt x="486568" y="204269"/>
                  <a:pt x="732790" y="189664"/>
                </a:cubicBezTo>
                <a:cubicBezTo>
                  <a:pt x="889925" y="194321"/>
                  <a:pt x="1103918" y="196755"/>
                  <a:pt x="1274918" y="194110"/>
                </a:cubicBezTo>
                <a:cubicBezTo>
                  <a:pt x="1445918" y="191466"/>
                  <a:pt x="1661739" y="204383"/>
                  <a:pt x="1758788" y="173797"/>
                </a:cubicBezTo>
                <a:cubicBezTo>
                  <a:pt x="1855837" y="143211"/>
                  <a:pt x="1797125" y="37475"/>
                  <a:pt x="1857213" y="10594"/>
                </a:cubicBezTo>
                <a:cubicBezTo>
                  <a:pt x="1896981" y="-1049"/>
                  <a:pt x="2008907" y="688"/>
                  <a:pt x="2133923" y="4245"/>
                </a:cubicBezTo>
                <a:cubicBezTo>
                  <a:pt x="2258939" y="7802"/>
                  <a:pt x="2366010" y="121456"/>
                  <a:pt x="2366010" y="256648"/>
                </a:cubicBezTo>
                <a:lnTo>
                  <a:pt x="2366010" y="4891524"/>
                </a:lnTo>
                <a:cubicBezTo>
                  <a:pt x="2366010" y="5026716"/>
                  <a:pt x="2256415" y="5136311"/>
                  <a:pt x="2121223" y="5136311"/>
                </a:cubicBezTo>
                <a:lnTo>
                  <a:pt x="244787" y="5136311"/>
                </a:lnTo>
                <a:cubicBezTo>
                  <a:pt x="109595" y="5136311"/>
                  <a:pt x="0" y="5026716"/>
                  <a:pt x="0" y="4891524"/>
                </a:cubicBezTo>
                <a:lnTo>
                  <a:pt x="0"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1784814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Phone X Zoom">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1103086" y="1534810"/>
            <a:ext cx="3795555" cy="5334729"/>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84244 w 2384244"/>
              <a:gd name="connsiteY9" fmla="*/ 4891524 h 5136311"/>
              <a:gd name="connsiteX10" fmla="*/ 2139457 w 2384244"/>
              <a:gd name="connsiteY10" fmla="*/ 5136311 h 5136311"/>
              <a:gd name="connsiteX11" fmla="*/ 263021 w 2384244"/>
              <a:gd name="connsiteY11" fmla="*/ 5136311 h 5136311"/>
              <a:gd name="connsiteX12" fmla="*/ 18234 w 2384244"/>
              <a:gd name="connsiteY12" fmla="*/ 4891524 h 5136311"/>
              <a:gd name="connsiteX13" fmla="*/ 0 w 2384244"/>
              <a:gd name="connsiteY13" fmla="*/ 3346754 h 5136311"/>
              <a:gd name="connsiteX14" fmla="*/ 18234 w 2384244"/>
              <a:gd name="connsiteY14" fmla="*/ 256648 h 5136311"/>
              <a:gd name="connsiteX0" fmla="*/ 18234 w 2384244"/>
              <a:gd name="connsiteY0" fmla="*/ 334285 h 5213948"/>
              <a:gd name="connsiteX1" fmla="*/ 255401 w 2384244"/>
              <a:gd name="connsiteY1" fmla="*/ 86958 h 5213948"/>
              <a:gd name="connsiteX2" fmla="*/ 538934 w 2384244"/>
              <a:gd name="connsiteY2" fmla="*/ 85689 h 5213948"/>
              <a:gd name="connsiteX3" fmla="*/ 751024 w 2384244"/>
              <a:gd name="connsiteY3" fmla="*/ 267301 h 5213948"/>
              <a:gd name="connsiteX4" fmla="*/ 1293152 w 2384244"/>
              <a:gd name="connsiteY4" fmla="*/ 271747 h 5213948"/>
              <a:gd name="connsiteX5" fmla="*/ 1777022 w 2384244"/>
              <a:gd name="connsiteY5" fmla="*/ 251434 h 5213948"/>
              <a:gd name="connsiteX6" fmla="*/ 1875447 w 2384244"/>
              <a:gd name="connsiteY6" fmla="*/ 88231 h 5213948"/>
              <a:gd name="connsiteX7" fmla="*/ 2152157 w 2384244"/>
              <a:gd name="connsiteY7" fmla="*/ 81882 h 5213948"/>
              <a:gd name="connsiteX8" fmla="*/ 2384244 w 2384244"/>
              <a:gd name="connsiteY8" fmla="*/ 334285 h 5213948"/>
              <a:gd name="connsiteX9" fmla="*/ 2379641 w 2384244"/>
              <a:gd name="connsiteY9" fmla="*/ 3424391 h 5213948"/>
              <a:gd name="connsiteX10" fmla="*/ 2384244 w 2384244"/>
              <a:gd name="connsiteY10" fmla="*/ 4969161 h 5213948"/>
              <a:gd name="connsiteX11" fmla="*/ 2139457 w 2384244"/>
              <a:gd name="connsiteY11" fmla="*/ 5213948 h 5213948"/>
              <a:gd name="connsiteX12" fmla="*/ 263021 w 2384244"/>
              <a:gd name="connsiteY12" fmla="*/ 5213948 h 5213948"/>
              <a:gd name="connsiteX13" fmla="*/ 18234 w 2384244"/>
              <a:gd name="connsiteY13" fmla="*/ 4969161 h 5213948"/>
              <a:gd name="connsiteX14" fmla="*/ 0 w 2384244"/>
              <a:gd name="connsiteY14" fmla="*/ 3424391 h 5213948"/>
              <a:gd name="connsiteX15" fmla="*/ 18234 w 2384244"/>
              <a:gd name="connsiteY15" fmla="*/ 334285 h 5213948"/>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0 w 2384244"/>
              <a:gd name="connsiteY13" fmla="*/ 3346754 h 5136311"/>
              <a:gd name="connsiteX14" fmla="*/ 18234 w 2384244"/>
              <a:gd name="connsiteY14"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0 w 2384244"/>
              <a:gd name="connsiteY12" fmla="*/ 3346754 h 5136311"/>
              <a:gd name="connsiteX13" fmla="*/ 18234 w 2384244"/>
              <a:gd name="connsiteY13" fmla="*/ 256648 h 5136311"/>
              <a:gd name="connsiteX0" fmla="*/ 18234 w 2384244"/>
              <a:gd name="connsiteY0" fmla="*/ 256648 h 4891524"/>
              <a:gd name="connsiteX1" fmla="*/ 255401 w 2384244"/>
              <a:gd name="connsiteY1" fmla="*/ 9321 h 4891524"/>
              <a:gd name="connsiteX2" fmla="*/ 538934 w 2384244"/>
              <a:gd name="connsiteY2" fmla="*/ 8052 h 4891524"/>
              <a:gd name="connsiteX3" fmla="*/ 751024 w 2384244"/>
              <a:gd name="connsiteY3" fmla="*/ 189664 h 4891524"/>
              <a:gd name="connsiteX4" fmla="*/ 1293152 w 2384244"/>
              <a:gd name="connsiteY4" fmla="*/ 194110 h 4891524"/>
              <a:gd name="connsiteX5" fmla="*/ 1777022 w 2384244"/>
              <a:gd name="connsiteY5" fmla="*/ 173797 h 4891524"/>
              <a:gd name="connsiteX6" fmla="*/ 1875447 w 2384244"/>
              <a:gd name="connsiteY6" fmla="*/ 10594 h 4891524"/>
              <a:gd name="connsiteX7" fmla="*/ 2152157 w 2384244"/>
              <a:gd name="connsiteY7" fmla="*/ 4245 h 4891524"/>
              <a:gd name="connsiteX8" fmla="*/ 2384244 w 2384244"/>
              <a:gd name="connsiteY8" fmla="*/ 256648 h 4891524"/>
              <a:gd name="connsiteX9" fmla="*/ 2379641 w 2384244"/>
              <a:gd name="connsiteY9" fmla="*/ 3346754 h 4891524"/>
              <a:gd name="connsiteX10" fmla="*/ 2384244 w 2384244"/>
              <a:gd name="connsiteY10" fmla="*/ 4891524 h 4891524"/>
              <a:gd name="connsiteX11" fmla="*/ 0 w 2384244"/>
              <a:gd name="connsiteY11" fmla="*/ 3346754 h 4891524"/>
              <a:gd name="connsiteX12" fmla="*/ 18234 w 2384244"/>
              <a:gd name="connsiteY12" fmla="*/ 256648 h 4891524"/>
              <a:gd name="connsiteX0" fmla="*/ 18234 w 2384244"/>
              <a:gd name="connsiteY0" fmla="*/ 256648 h 3733017"/>
              <a:gd name="connsiteX1" fmla="*/ 255401 w 2384244"/>
              <a:gd name="connsiteY1" fmla="*/ 9321 h 3733017"/>
              <a:gd name="connsiteX2" fmla="*/ 538934 w 2384244"/>
              <a:gd name="connsiteY2" fmla="*/ 8052 h 3733017"/>
              <a:gd name="connsiteX3" fmla="*/ 751024 w 2384244"/>
              <a:gd name="connsiteY3" fmla="*/ 189664 h 3733017"/>
              <a:gd name="connsiteX4" fmla="*/ 1293152 w 2384244"/>
              <a:gd name="connsiteY4" fmla="*/ 194110 h 3733017"/>
              <a:gd name="connsiteX5" fmla="*/ 1777022 w 2384244"/>
              <a:gd name="connsiteY5" fmla="*/ 173797 h 3733017"/>
              <a:gd name="connsiteX6" fmla="*/ 1875447 w 2384244"/>
              <a:gd name="connsiteY6" fmla="*/ 10594 h 3733017"/>
              <a:gd name="connsiteX7" fmla="*/ 2152157 w 2384244"/>
              <a:gd name="connsiteY7" fmla="*/ 4245 h 3733017"/>
              <a:gd name="connsiteX8" fmla="*/ 2384244 w 2384244"/>
              <a:gd name="connsiteY8" fmla="*/ 256648 h 3733017"/>
              <a:gd name="connsiteX9" fmla="*/ 2379641 w 2384244"/>
              <a:gd name="connsiteY9" fmla="*/ 3346754 h 3733017"/>
              <a:gd name="connsiteX10" fmla="*/ 0 w 2384244"/>
              <a:gd name="connsiteY10" fmla="*/ 3346754 h 3733017"/>
              <a:gd name="connsiteX11" fmla="*/ 18234 w 2384244"/>
              <a:gd name="connsiteY11" fmla="*/ 256648 h 3733017"/>
              <a:gd name="connsiteX0" fmla="*/ 18234 w 2384244"/>
              <a:gd name="connsiteY0" fmla="*/ 256648 h 3576698"/>
              <a:gd name="connsiteX1" fmla="*/ 255401 w 2384244"/>
              <a:gd name="connsiteY1" fmla="*/ 9321 h 3576698"/>
              <a:gd name="connsiteX2" fmla="*/ 538934 w 2384244"/>
              <a:gd name="connsiteY2" fmla="*/ 8052 h 3576698"/>
              <a:gd name="connsiteX3" fmla="*/ 751024 w 2384244"/>
              <a:gd name="connsiteY3" fmla="*/ 189664 h 3576698"/>
              <a:gd name="connsiteX4" fmla="*/ 1293152 w 2384244"/>
              <a:gd name="connsiteY4" fmla="*/ 194110 h 3576698"/>
              <a:gd name="connsiteX5" fmla="*/ 1777022 w 2384244"/>
              <a:gd name="connsiteY5" fmla="*/ 173797 h 3576698"/>
              <a:gd name="connsiteX6" fmla="*/ 1875447 w 2384244"/>
              <a:gd name="connsiteY6" fmla="*/ 10594 h 3576698"/>
              <a:gd name="connsiteX7" fmla="*/ 2152157 w 2384244"/>
              <a:gd name="connsiteY7" fmla="*/ 4245 h 3576698"/>
              <a:gd name="connsiteX8" fmla="*/ 2384244 w 2384244"/>
              <a:gd name="connsiteY8" fmla="*/ 256648 h 3576698"/>
              <a:gd name="connsiteX9" fmla="*/ 2379641 w 2384244"/>
              <a:gd name="connsiteY9" fmla="*/ 3346754 h 3576698"/>
              <a:gd name="connsiteX10" fmla="*/ 0 w 2384244"/>
              <a:gd name="connsiteY10" fmla="*/ 3346754 h 3576698"/>
              <a:gd name="connsiteX11" fmla="*/ 18234 w 2384244"/>
              <a:gd name="connsiteY11" fmla="*/ 256648 h 3576698"/>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49443"/>
              <a:gd name="connsiteX1" fmla="*/ 255401 w 2384244"/>
              <a:gd name="connsiteY1" fmla="*/ 9321 h 3349443"/>
              <a:gd name="connsiteX2" fmla="*/ 538934 w 2384244"/>
              <a:gd name="connsiteY2" fmla="*/ 8052 h 3349443"/>
              <a:gd name="connsiteX3" fmla="*/ 751024 w 2384244"/>
              <a:gd name="connsiteY3" fmla="*/ 189664 h 3349443"/>
              <a:gd name="connsiteX4" fmla="*/ 1293152 w 2384244"/>
              <a:gd name="connsiteY4" fmla="*/ 194110 h 3349443"/>
              <a:gd name="connsiteX5" fmla="*/ 1777022 w 2384244"/>
              <a:gd name="connsiteY5" fmla="*/ 173797 h 3349443"/>
              <a:gd name="connsiteX6" fmla="*/ 1875447 w 2384244"/>
              <a:gd name="connsiteY6" fmla="*/ 10594 h 3349443"/>
              <a:gd name="connsiteX7" fmla="*/ 2152157 w 2384244"/>
              <a:gd name="connsiteY7" fmla="*/ 4245 h 3349443"/>
              <a:gd name="connsiteX8" fmla="*/ 2384244 w 2384244"/>
              <a:gd name="connsiteY8" fmla="*/ 256648 h 3349443"/>
              <a:gd name="connsiteX9" fmla="*/ 2379641 w 2384244"/>
              <a:gd name="connsiteY9" fmla="*/ 3346754 h 3349443"/>
              <a:gd name="connsiteX10" fmla="*/ 0 w 2384244"/>
              <a:gd name="connsiteY10" fmla="*/ 3346754 h 3349443"/>
              <a:gd name="connsiteX11" fmla="*/ 18234 w 2384244"/>
              <a:gd name="connsiteY11" fmla="*/ 256648 h 334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4244" h="3349443">
                <a:moveTo>
                  <a:pt x="18234" y="256648"/>
                </a:moveTo>
                <a:cubicBezTo>
                  <a:pt x="18234" y="121456"/>
                  <a:pt x="120209" y="14401"/>
                  <a:pt x="255401" y="9321"/>
                </a:cubicBezTo>
                <a:cubicBezTo>
                  <a:pt x="351286" y="-1632"/>
                  <a:pt x="462257" y="-4013"/>
                  <a:pt x="538934" y="8052"/>
                </a:cubicBezTo>
                <a:cubicBezTo>
                  <a:pt x="588941" y="42977"/>
                  <a:pt x="504802" y="204269"/>
                  <a:pt x="751024" y="189664"/>
                </a:cubicBezTo>
                <a:cubicBezTo>
                  <a:pt x="908159" y="194321"/>
                  <a:pt x="1122152" y="196755"/>
                  <a:pt x="1293152" y="194110"/>
                </a:cubicBezTo>
                <a:cubicBezTo>
                  <a:pt x="1464152" y="191466"/>
                  <a:pt x="1679973" y="204383"/>
                  <a:pt x="1777022" y="173797"/>
                </a:cubicBezTo>
                <a:cubicBezTo>
                  <a:pt x="1874071" y="143211"/>
                  <a:pt x="1815359" y="37475"/>
                  <a:pt x="1875447" y="10594"/>
                </a:cubicBezTo>
                <a:cubicBezTo>
                  <a:pt x="1915215" y="-1049"/>
                  <a:pt x="2027141" y="688"/>
                  <a:pt x="2152157" y="4245"/>
                </a:cubicBezTo>
                <a:cubicBezTo>
                  <a:pt x="2277173" y="7802"/>
                  <a:pt x="2373683" y="57529"/>
                  <a:pt x="2384244" y="256648"/>
                </a:cubicBezTo>
                <a:cubicBezTo>
                  <a:pt x="2382710" y="1286683"/>
                  <a:pt x="2381175" y="2316719"/>
                  <a:pt x="2379641" y="3346754"/>
                </a:cubicBezTo>
                <a:cubicBezTo>
                  <a:pt x="2383433" y="3351451"/>
                  <a:pt x="1520" y="3349029"/>
                  <a:pt x="0" y="3346754"/>
                </a:cubicBezTo>
                <a:lnTo>
                  <a:pt x="18234"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289660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Phone 8">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BDEBE99-BA7C-4A77-B9B3-C3E2B94B23B6}"/>
              </a:ext>
            </a:extLst>
          </p:cNvPr>
          <p:cNvSpPr>
            <a:spLocks noGrp="1"/>
          </p:cNvSpPr>
          <p:nvPr>
            <p:ph type="pic" sz="quarter" idx="10" hasCustomPrompt="1"/>
          </p:nvPr>
        </p:nvSpPr>
        <p:spPr>
          <a:xfrm>
            <a:off x="2620962" y="1463041"/>
            <a:ext cx="2220277" cy="3930014"/>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77297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cboo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688183" y="2235200"/>
            <a:ext cx="5503817" cy="4622800"/>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8537641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acbook Zoom">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543040" y="1745672"/>
            <a:ext cx="5661660" cy="3567545"/>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51687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ll XPS 1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5651501" y="1380445"/>
            <a:ext cx="6540499" cy="3681412"/>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60934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martWatch">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6F9079A-40FC-45CA-B075-1C157417CDD3}"/>
              </a:ext>
            </a:extLst>
          </p:cNvPr>
          <p:cNvSpPr>
            <a:spLocks noGrp="1"/>
          </p:cNvSpPr>
          <p:nvPr>
            <p:ph type="pic" sz="quarter" idx="10" hasCustomPrompt="1"/>
          </p:nvPr>
        </p:nvSpPr>
        <p:spPr>
          <a:xfrm>
            <a:off x="1657987" y="2600960"/>
            <a:ext cx="1327149" cy="1651804"/>
          </a:xfrm>
          <a:prstGeom prst="rect">
            <a:avLst/>
          </a:prstGeom>
          <a:solidFill>
            <a:schemeClr val="tx1"/>
          </a:solidFill>
        </p:spPr>
        <p:txBody>
          <a:bodyPr lIns="108000" tIns="108000" rIns="108000">
            <a:noAutofit/>
          </a:bodyPr>
          <a:lstStyle>
            <a:lvl1pPr marL="0" marR="0" indent="0" algn="l" defTabSz="914400" rtl="0" eaLnBrk="1" fontAlgn="auto" latinLnBrk="0" hangingPunct="1">
              <a:lnSpc>
                <a:spcPct val="100000"/>
              </a:lnSpc>
              <a:spcBef>
                <a:spcPts val="1000"/>
              </a:spcBef>
              <a:spcAft>
                <a:spcPts val="0"/>
              </a:spcAft>
              <a:buClrTx/>
              <a:buSzTx/>
              <a:buFontTx/>
              <a:buNone/>
              <a:tabLst/>
              <a:defRPr lang="fr-FR" sz="12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911553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martWatch 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A3C18045-4E97-4F51-A09F-D85E0CDDEC54}"/>
              </a:ext>
            </a:extLst>
          </p:cNvPr>
          <p:cNvSpPr>
            <a:spLocks noGrp="1"/>
          </p:cNvSpPr>
          <p:nvPr>
            <p:ph type="pic" sz="quarter" idx="10" hasCustomPrompt="1"/>
          </p:nvPr>
        </p:nvSpPr>
        <p:spPr>
          <a:xfrm>
            <a:off x="7506874" y="2217581"/>
            <a:ext cx="1938270" cy="2422838"/>
          </a:xfrm>
          <a:prstGeom prst="rect">
            <a:avLst/>
          </a:prstGeom>
          <a:solidFill>
            <a:schemeClr val="tx1"/>
          </a:solidFill>
        </p:spPr>
        <p:txBody>
          <a:bodyPr lIns="180000" tIns="1044000" rIns="72000" bIns="72000">
            <a:no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24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40573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otorola Moto 36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060C29C-669A-4435-98F7-08E7CA3CB23F}"/>
              </a:ext>
            </a:extLst>
          </p:cNvPr>
          <p:cNvSpPr>
            <a:spLocks noGrp="1"/>
          </p:cNvSpPr>
          <p:nvPr>
            <p:ph type="pic" sz="quarter" idx="10" hasCustomPrompt="1"/>
          </p:nvPr>
        </p:nvSpPr>
        <p:spPr>
          <a:xfrm>
            <a:off x="7097712" y="2143919"/>
            <a:ext cx="2568575" cy="2568575"/>
          </a:xfrm>
          <a:prstGeom prst="ellipse">
            <a:avLst/>
          </a:prstGeom>
          <a:solidFill>
            <a:schemeClr val="tx1"/>
          </a:solidFill>
        </p:spPr>
        <p:txBody>
          <a:bodyPr>
            <a:normAutofit/>
          </a:bodyPr>
          <a:lstStyle>
            <a:lvl1pPr marL="0" indent="0" algn="ctr">
              <a:spcBef>
                <a:spcPts val="0"/>
              </a:spcBef>
              <a:buNone/>
              <a:defRPr lang="fr-FR" sz="2000" b="0" i="0" kern="1200" dirty="0">
                <a:solidFill>
                  <a:schemeClr val="accent1"/>
                </a:solidFill>
                <a:latin typeface="Helvetica Neue Moyen" charset="0"/>
                <a:ea typeface="+mn-ea"/>
                <a:cs typeface="Helvetica Neue Moyen" charset="0"/>
              </a:defRPr>
            </a:lvl1pPr>
          </a:lstStyle>
          <a:p>
            <a:r>
              <a:rPr lang="fr-FR" dirty="0"/>
              <a:t>Click to add a </a:t>
            </a:r>
            <a:r>
              <a:rPr lang="fr-FR" dirty="0" err="1"/>
              <a:t>picture</a:t>
            </a:r>
            <a:endParaRPr lang="fr-FR" dirty="0"/>
          </a:p>
        </p:txBody>
      </p:sp>
    </p:spTree>
    <p:extLst>
      <p:ext uri="{BB962C8B-B14F-4D97-AF65-F5344CB8AC3E}">
        <p14:creationId xmlns:p14="http://schemas.microsoft.com/office/powerpoint/2010/main" val="29416665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amsung Galaxy S8">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2560320" y="1024891"/>
            <a:ext cx="2335530" cy="4802886"/>
          </a:xfrm>
          <a:prstGeom prst="roundRect">
            <a:avLst>
              <a:gd name="adj" fmla="val 9054"/>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9016189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amsung Galaxy S8 Zoom">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1168400" y="1558290"/>
            <a:ext cx="3867150" cy="5325110"/>
          </a:xfrm>
          <a:custGeom>
            <a:avLst/>
            <a:gdLst>
              <a:gd name="connsiteX0" fmla="*/ 0 w 3854450"/>
              <a:gd name="connsiteY0" fmla="*/ 348982 h 7926459"/>
              <a:gd name="connsiteX1" fmla="*/ 348982 w 3854450"/>
              <a:gd name="connsiteY1" fmla="*/ 0 h 7926459"/>
              <a:gd name="connsiteX2" fmla="*/ 3505468 w 3854450"/>
              <a:gd name="connsiteY2" fmla="*/ 0 h 7926459"/>
              <a:gd name="connsiteX3" fmla="*/ 3854450 w 3854450"/>
              <a:gd name="connsiteY3" fmla="*/ 348982 h 7926459"/>
              <a:gd name="connsiteX4" fmla="*/ 3854450 w 3854450"/>
              <a:gd name="connsiteY4" fmla="*/ 7577477 h 7926459"/>
              <a:gd name="connsiteX5" fmla="*/ 3505468 w 3854450"/>
              <a:gd name="connsiteY5" fmla="*/ 7926459 h 7926459"/>
              <a:gd name="connsiteX6" fmla="*/ 348982 w 3854450"/>
              <a:gd name="connsiteY6" fmla="*/ 7926459 h 7926459"/>
              <a:gd name="connsiteX7" fmla="*/ 0 w 3854450"/>
              <a:gd name="connsiteY7" fmla="*/ 7577477 h 7926459"/>
              <a:gd name="connsiteX8" fmla="*/ 0 w 3854450"/>
              <a:gd name="connsiteY8"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7150 w 3867150"/>
              <a:gd name="connsiteY4" fmla="*/ 7577477 h 7926459"/>
              <a:gd name="connsiteX5" fmla="*/ 3518168 w 3867150"/>
              <a:gd name="connsiteY5" fmla="*/ 7926459 h 7926459"/>
              <a:gd name="connsiteX6" fmla="*/ 361682 w 3867150"/>
              <a:gd name="connsiteY6" fmla="*/ 7926459 h 7926459"/>
              <a:gd name="connsiteX7" fmla="*/ 12700 w 3867150"/>
              <a:gd name="connsiteY7" fmla="*/ 7577477 h 7926459"/>
              <a:gd name="connsiteX8" fmla="*/ 0 w 3867150"/>
              <a:gd name="connsiteY8" fmla="*/ 5299710 h 7926459"/>
              <a:gd name="connsiteX9" fmla="*/ 12700 w 3867150"/>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867150 w 3867150"/>
              <a:gd name="connsiteY5" fmla="*/ 7577477 h 7926459"/>
              <a:gd name="connsiteX6" fmla="*/ 3518168 w 3867150"/>
              <a:gd name="connsiteY6" fmla="*/ 7926459 h 7926459"/>
              <a:gd name="connsiteX7" fmla="*/ 361682 w 3867150"/>
              <a:gd name="connsiteY7" fmla="*/ 7926459 h 7926459"/>
              <a:gd name="connsiteX8" fmla="*/ 12700 w 3867150"/>
              <a:gd name="connsiteY8" fmla="*/ 7577477 h 7926459"/>
              <a:gd name="connsiteX9" fmla="*/ 0 w 3867150"/>
              <a:gd name="connsiteY9" fmla="*/ 5299710 h 7926459"/>
              <a:gd name="connsiteX10" fmla="*/ 12700 w 3867150"/>
              <a:gd name="connsiteY10" fmla="*/ 348982 h 7926459"/>
              <a:gd name="connsiteX0" fmla="*/ 12700 w 3886723"/>
              <a:gd name="connsiteY0" fmla="*/ 348982 h 7926459"/>
              <a:gd name="connsiteX1" fmla="*/ 361682 w 3886723"/>
              <a:gd name="connsiteY1" fmla="*/ 0 h 7926459"/>
              <a:gd name="connsiteX2" fmla="*/ 3518168 w 3886723"/>
              <a:gd name="connsiteY2" fmla="*/ 0 h 7926459"/>
              <a:gd name="connsiteX3" fmla="*/ 3867150 w 3886723"/>
              <a:gd name="connsiteY3" fmla="*/ 348982 h 7926459"/>
              <a:gd name="connsiteX4" fmla="*/ 3860800 w 3886723"/>
              <a:gd name="connsiteY4" fmla="*/ 5325110 h 7926459"/>
              <a:gd name="connsiteX5" fmla="*/ 3518168 w 3886723"/>
              <a:gd name="connsiteY5" fmla="*/ 7926459 h 7926459"/>
              <a:gd name="connsiteX6" fmla="*/ 361682 w 3886723"/>
              <a:gd name="connsiteY6" fmla="*/ 7926459 h 7926459"/>
              <a:gd name="connsiteX7" fmla="*/ 12700 w 3886723"/>
              <a:gd name="connsiteY7" fmla="*/ 7577477 h 7926459"/>
              <a:gd name="connsiteX8" fmla="*/ 0 w 3886723"/>
              <a:gd name="connsiteY8" fmla="*/ 5299710 h 7926459"/>
              <a:gd name="connsiteX9" fmla="*/ 12700 w 3886723"/>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61682 w 3867150"/>
              <a:gd name="connsiteY5" fmla="*/ 7926459 h 7926459"/>
              <a:gd name="connsiteX6" fmla="*/ 12700 w 3867150"/>
              <a:gd name="connsiteY6" fmla="*/ 7577477 h 7926459"/>
              <a:gd name="connsiteX7" fmla="*/ 0 w 3867150"/>
              <a:gd name="connsiteY7" fmla="*/ 5299710 h 7926459"/>
              <a:gd name="connsiteX8" fmla="*/ 12700 w 3867150"/>
              <a:gd name="connsiteY8" fmla="*/ 348982 h 7926459"/>
              <a:gd name="connsiteX0" fmla="*/ 12700 w 3867150"/>
              <a:gd name="connsiteY0" fmla="*/ 348982 h 7577489"/>
              <a:gd name="connsiteX1" fmla="*/ 361682 w 3867150"/>
              <a:gd name="connsiteY1" fmla="*/ 0 h 7577489"/>
              <a:gd name="connsiteX2" fmla="*/ 3518168 w 3867150"/>
              <a:gd name="connsiteY2" fmla="*/ 0 h 7577489"/>
              <a:gd name="connsiteX3" fmla="*/ 3867150 w 3867150"/>
              <a:gd name="connsiteY3" fmla="*/ 348982 h 7577489"/>
              <a:gd name="connsiteX4" fmla="*/ 3860800 w 3867150"/>
              <a:gd name="connsiteY4" fmla="*/ 5325110 h 7577489"/>
              <a:gd name="connsiteX5" fmla="*/ 12700 w 3867150"/>
              <a:gd name="connsiteY5" fmla="*/ 7577477 h 7577489"/>
              <a:gd name="connsiteX6" fmla="*/ 0 w 3867150"/>
              <a:gd name="connsiteY6" fmla="*/ 5299710 h 7577489"/>
              <a:gd name="connsiteX7" fmla="*/ 12700 w 3867150"/>
              <a:gd name="connsiteY7" fmla="*/ 348982 h 7577489"/>
              <a:gd name="connsiteX0" fmla="*/ 12700 w 3867150"/>
              <a:gd name="connsiteY0" fmla="*/ 348982 h 5932961"/>
              <a:gd name="connsiteX1" fmla="*/ 361682 w 3867150"/>
              <a:gd name="connsiteY1" fmla="*/ 0 h 5932961"/>
              <a:gd name="connsiteX2" fmla="*/ 3518168 w 3867150"/>
              <a:gd name="connsiteY2" fmla="*/ 0 h 5932961"/>
              <a:gd name="connsiteX3" fmla="*/ 3867150 w 3867150"/>
              <a:gd name="connsiteY3" fmla="*/ 348982 h 5932961"/>
              <a:gd name="connsiteX4" fmla="*/ 3860800 w 3867150"/>
              <a:gd name="connsiteY4" fmla="*/ 5325110 h 5932961"/>
              <a:gd name="connsiteX5" fmla="*/ 0 w 3867150"/>
              <a:gd name="connsiteY5" fmla="*/ 5299710 h 5932961"/>
              <a:gd name="connsiteX6" fmla="*/ 12700 w 3867150"/>
              <a:gd name="connsiteY6" fmla="*/ 348982 h 5932961"/>
              <a:gd name="connsiteX0" fmla="*/ 12700 w 3867150"/>
              <a:gd name="connsiteY0" fmla="*/ 348982 h 5697434"/>
              <a:gd name="connsiteX1" fmla="*/ 361682 w 3867150"/>
              <a:gd name="connsiteY1" fmla="*/ 0 h 5697434"/>
              <a:gd name="connsiteX2" fmla="*/ 3518168 w 3867150"/>
              <a:gd name="connsiteY2" fmla="*/ 0 h 5697434"/>
              <a:gd name="connsiteX3" fmla="*/ 3867150 w 3867150"/>
              <a:gd name="connsiteY3" fmla="*/ 348982 h 5697434"/>
              <a:gd name="connsiteX4" fmla="*/ 3860800 w 3867150"/>
              <a:gd name="connsiteY4" fmla="*/ 5325110 h 5697434"/>
              <a:gd name="connsiteX5" fmla="*/ 0 w 3867150"/>
              <a:gd name="connsiteY5" fmla="*/ 5299710 h 5697434"/>
              <a:gd name="connsiteX6" fmla="*/ 12700 w 3867150"/>
              <a:gd name="connsiteY6" fmla="*/ 348982 h 5697434"/>
              <a:gd name="connsiteX0" fmla="*/ 12700 w 3867150"/>
              <a:gd name="connsiteY0" fmla="*/ 348982 h 5348214"/>
              <a:gd name="connsiteX1" fmla="*/ 361682 w 3867150"/>
              <a:gd name="connsiteY1" fmla="*/ 0 h 5348214"/>
              <a:gd name="connsiteX2" fmla="*/ 3518168 w 3867150"/>
              <a:gd name="connsiteY2" fmla="*/ 0 h 5348214"/>
              <a:gd name="connsiteX3" fmla="*/ 3867150 w 3867150"/>
              <a:gd name="connsiteY3" fmla="*/ 348982 h 5348214"/>
              <a:gd name="connsiteX4" fmla="*/ 3860800 w 3867150"/>
              <a:gd name="connsiteY4" fmla="*/ 5325110 h 5348214"/>
              <a:gd name="connsiteX5" fmla="*/ 0 w 3867150"/>
              <a:gd name="connsiteY5" fmla="*/ 5299710 h 5348214"/>
              <a:gd name="connsiteX6" fmla="*/ 12700 w 3867150"/>
              <a:gd name="connsiteY6" fmla="*/ 348982 h 5348214"/>
              <a:gd name="connsiteX0" fmla="*/ 12700 w 3867150"/>
              <a:gd name="connsiteY0" fmla="*/ 348982 h 5353474"/>
              <a:gd name="connsiteX1" fmla="*/ 361682 w 3867150"/>
              <a:gd name="connsiteY1" fmla="*/ 0 h 5353474"/>
              <a:gd name="connsiteX2" fmla="*/ 3518168 w 3867150"/>
              <a:gd name="connsiteY2" fmla="*/ 0 h 5353474"/>
              <a:gd name="connsiteX3" fmla="*/ 3867150 w 3867150"/>
              <a:gd name="connsiteY3" fmla="*/ 348982 h 5353474"/>
              <a:gd name="connsiteX4" fmla="*/ 3860800 w 3867150"/>
              <a:gd name="connsiteY4" fmla="*/ 5325110 h 5353474"/>
              <a:gd name="connsiteX5" fmla="*/ 0 w 3867150"/>
              <a:gd name="connsiteY5" fmla="*/ 5312410 h 5353474"/>
              <a:gd name="connsiteX6" fmla="*/ 12700 w 3867150"/>
              <a:gd name="connsiteY6" fmla="*/ 348982 h 5353474"/>
              <a:gd name="connsiteX0" fmla="*/ 12700 w 3867150"/>
              <a:gd name="connsiteY0" fmla="*/ 348982 h 5340388"/>
              <a:gd name="connsiteX1" fmla="*/ 361682 w 3867150"/>
              <a:gd name="connsiteY1" fmla="*/ 0 h 5340388"/>
              <a:gd name="connsiteX2" fmla="*/ 3518168 w 3867150"/>
              <a:gd name="connsiteY2" fmla="*/ 0 h 5340388"/>
              <a:gd name="connsiteX3" fmla="*/ 3867150 w 3867150"/>
              <a:gd name="connsiteY3" fmla="*/ 348982 h 5340388"/>
              <a:gd name="connsiteX4" fmla="*/ 3860800 w 3867150"/>
              <a:gd name="connsiteY4" fmla="*/ 5325110 h 5340388"/>
              <a:gd name="connsiteX5" fmla="*/ 0 w 3867150"/>
              <a:gd name="connsiteY5" fmla="*/ 5312410 h 5340388"/>
              <a:gd name="connsiteX6" fmla="*/ 12700 w 3867150"/>
              <a:gd name="connsiteY6" fmla="*/ 348982 h 5340388"/>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12410 h 5325110"/>
              <a:gd name="connsiteX6" fmla="*/ 12700 w 3867150"/>
              <a:gd name="connsiteY6" fmla="*/ 348982 h 5325110"/>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25110 h 5325110"/>
              <a:gd name="connsiteX6" fmla="*/ 12700 w 3867150"/>
              <a:gd name="connsiteY6" fmla="*/ 348982 h 532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7150" h="5325110">
                <a:moveTo>
                  <a:pt x="12700" y="348982"/>
                </a:moveTo>
                <a:cubicBezTo>
                  <a:pt x="12700" y="156245"/>
                  <a:pt x="168945" y="0"/>
                  <a:pt x="361682" y="0"/>
                </a:cubicBezTo>
                <a:lnTo>
                  <a:pt x="3518168" y="0"/>
                </a:lnTo>
                <a:cubicBezTo>
                  <a:pt x="3710905" y="0"/>
                  <a:pt x="3867150" y="156245"/>
                  <a:pt x="3867150" y="348982"/>
                </a:cubicBezTo>
                <a:cubicBezTo>
                  <a:pt x="3865033" y="2007691"/>
                  <a:pt x="3862917" y="3666401"/>
                  <a:pt x="3860800" y="5325110"/>
                </a:cubicBezTo>
                <a:cubicBezTo>
                  <a:pt x="3851275" y="5324731"/>
                  <a:pt x="6350" y="5303565"/>
                  <a:pt x="0" y="5325110"/>
                </a:cubicBezTo>
                <a:cubicBezTo>
                  <a:pt x="4233" y="3674867"/>
                  <a:pt x="8467" y="1999225"/>
                  <a:pt x="12700" y="348982"/>
                </a:cubicBezTo>
                <a:close/>
              </a:path>
            </a:pathLst>
          </a:cu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2409701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Pad Pro">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CA23F7C5-F348-47D4-9C59-49AD0BB71814}"/>
              </a:ext>
            </a:extLst>
          </p:cNvPr>
          <p:cNvSpPr>
            <a:spLocks noGrp="1"/>
          </p:cNvSpPr>
          <p:nvPr>
            <p:ph type="pic" sz="quarter" idx="10" hasCustomPrompt="1"/>
          </p:nvPr>
        </p:nvSpPr>
        <p:spPr>
          <a:xfrm>
            <a:off x="2090681" y="1257485"/>
            <a:ext cx="3270364" cy="4346840"/>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7494284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c">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1205230" y="1558545"/>
            <a:ext cx="4685030" cy="2633471"/>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0297632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V Sony">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352425" y="1114424"/>
            <a:ext cx="7591425" cy="4279107"/>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9150235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osition Mockups">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77071DD5-C8B5-4225-B8DE-07EA5BA539F6}"/>
              </a:ext>
            </a:extLst>
          </p:cNvPr>
          <p:cNvSpPr>
            <a:spLocks noGrp="1"/>
          </p:cNvSpPr>
          <p:nvPr>
            <p:ph type="pic" sz="quarter" idx="10" hasCustomPrompt="1"/>
          </p:nvPr>
        </p:nvSpPr>
        <p:spPr>
          <a:xfrm>
            <a:off x="7227570" y="1966364"/>
            <a:ext cx="5148656" cy="3851506"/>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2" name="Picture Placeholder 2">
            <a:extLst>
              <a:ext uri="{FF2B5EF4-FFF2-40B4-BE49-F238E27FC236}">
                <a16:creationId xmlns:a16="http://schemas.microsoft.com/office/drawing/2014/main" id="{2FFAE08D-92CA-4E3A-9155-D1B40C69A854}"/>
              </a:ext>
            </a:extLst>
          </p:cNvPr>
          <p:cNvSpPr>
            <a:spLocks noGrp="1"/>
          </p:cNvSpPr>
          <p:nvPr>
            <p:ph type="pic" sz="quarter" idx="11" hasCustomPrompt="1"/>
          </p:nvPr>
        </p:nvSpPr>
        <p:spPr>
          <a:xfrm>
            <a:off x="1621155" y="4225803"/>
            <a:ext cx="853013" cy="1058154"/>
          </a:xfrm>
          <a:prstGeom prst="rect">
            <a:avLst/>
          </a:prstGeom>
          <a:solidFill>
            <a:schemeClr val="tx1"/>
          </a:solidFill>
        </p:spPr>
        <p:txBody>
          <a:bodyPr lIns="72000" tIns="324000" rIns="72000" bIns="72000">
            <a:noAutofit/>
          </a:bodyPr>
          <a:lstStyle>
            <a:lvl1pPr marL="0" marR="0" indent="0" algn="l" defTabSz="914400" rtl="0" eaLnBrk="1" fontAlgn="auto" latinLnBrk="0" hangingPunct="1">
              <a:lnSpc>
                <a:spcPct val="70000"/>
              </a:lnSpc>
              <a:spcBef>
                <a:spcPts val="1000"/>
              </a:spcBef>
              <a:spcAft>
                <a:spcPts val="0"/>
              </a:spcAft>
              <a:buClrTx/>
              <a:buSzTx/>
              <a:buFontTx/>
              <a:buNone/>
              <a:tabLst/>
              <a:defRPr lang="fr-FR" sz="10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4" name="Picture Placeholder 2">
            <a:extLst>
              <a:ext uri="{FF2B5EF4-FFF2-40B4-BE49-F238E27FC236}">
                <a16:creationId xmlns:a16="http://schemas.microsoft.com/office/drawing/2014/main" id="{150A7111-6589-40CE-A556-684125F67275}"/>
              </a:ext>
            </a:extLst>
          </p:cNvPr>
          <p:cNvSpPr>
            <a:spLocks noGrp="1"/>
          </p:cNvSpPr>
          <p:nvPr>
            <p:ph type="pic" sz="quarter" idx="12" hasCustomPrompt="1"/>
          </p:nvPr>
        </p:nvSpPr>
        <p:spPr>
          <a:xfrm>
            <a:off x="3818269" y="2254257"/>
            <a:ext cx="1683544" cy="365847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251 h 5137914"/>
              <a:gd name="connsiteX1" fmla="*/ 237167 w 2366010"/>
              <a:gd name="connsiteY1" fmla="*/ 10924 h 5137914"/>
              <a:gd name="connsiteX2" fmla="*/ 518022 w 2366010"/>
              <a:gd name="connsiteY2" fmla="*/ 6979 h 5137914"/>
              <a:gd name="connsiteX3" fmla="*/ 727710 w 2366010"/>
              <a:gd name="connsiteY3" fmla="*/ 196344 h 5137914"/>
              <a:gd name="connsiteX4" fmla="*/ 1274918 w 2366010"/>
              <a:gd name="connsiteY4" fmla="*/ 195713 h 5137914"/>
              <a:gd name="connsiteX5" fmla="*/ 1753708 w 2366010"/>
              <a:gd name="connsiteY5" fmla="*/ 180477 h 5137914"/>
              <a:gd name="connsiteX6" fmla="*/ 1857213 w 2366010"/>
              <a:gd name="connsiteY6" fmla="*/ 12197 h 5137914"/>
              <a:gd name="connsiteX7" fmla="*/ 2133923 w 2366010"/>
              <a:gd name="connsiteY7" fmla="*/ 5848 h 5137914"/>
              <a:gd name="connsiteX8" fmla="*/ 2366010 w 2366010"/>
              <a:gd name="connsiteY8" fmla="*/ 258251 h 5137914"/>
              <a:gd name="connsiteX9" fmla="*/ 2366010 w 2366010"/>
              <a:gd name="connsiteY9" fmla="*/ 4893127 h 5137914"/>
              <a:gd name="connsiteX10" fmla="*/ 2121223 w 2366010"/>
              <a:gd name="connsiteY10" fmla="*/ 5137914 h 5137914"/>
              <a:gd name="connsiteX11" fmla="*/ 244787 w 2366010"/>
              <a:gd name="connsiteY11" fmla="*/ 5137914 h 5137914"/>
              <a:gd name="connsiteX12" fmla="*/ 0 w 2366010"/>
              <a:gd name="connsiteY12" fmla="*/ 4893127 h 5137914"/>
              <a:gd name="connsiteX13" fmla="*/ 0 w 2366010"/>
              <a:gd name="connsiteY13" fmla="*/ 258251 h 5137914"/>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8986">
                <a:moveTo>
                  <a:pt x="0" y="259323"/>
                </a:moveTo>
                <a:cubicBezTo>
                  <a:pt x="0" y="124131"/>
                  <a:pt x="99298" y="14400"/>
                  <a:pt x="234490" y="9320"/>
                </a:cubicBezTo>
                <a:cubicBezTo>
                  <a:pt x="330375" y="-1633"/>
                  <a:pt x="441345" y="-4014"/>
                  <a:pt x="518022" y="8051"/>
                </a:cubicBezTo>
                <a:cubicBezTo>
                  <a:pt x="568029" y="42976"/>
                  <a:pt x="608553" y="191263"/>
                  <a:pt x="727710" y="197416"/>
                </a:cubicBezTo>
                <a:cubicBezTo>
                  <a:pt x="883276" y="205449"/>
                  <a:pt x="1056621" y="196753"/>
                  <a:pt x="1274918" y="196785"/>
                </a:cubicBezTo>
                <a:cubicBezTo>
                  <a:pt x="1493215" y="196817"/>
                  <a:pt x="1691464" y="206784"/>
                  <a:pt x="1748353" y="181549"/>
                </a:cubicBezTo>
                <a:cubicBezTo>
                  <a:pt x="1805242" y="156314"/>
                  <a:pt x="1797125" y="40150"/>
                  <a:pt x="1857213" y="13269"/>
                </a:cubicBezTo>
                <a:cubicBezTo>
                  <a:pt x="1896981" y="1626"/>
                  <a:pt x="2008907" y="3363"/>
                  <a:pt x="2133923" y="6920"/>
                </a:cubicBezTo>
                <a:cubicBezTo>
                  <a:pt x="2258939" y="10477"/>
                  <a:pt x="2366010" y="124131"/>
                  <a:pt x="2366010" y="259323"/>
                </a:cubicBezTo>
                <a:lnTo>
                  <a:pt x="2366010" y="4894199"/>
                </a:lnTo>
                <a:cubicBezTo>
                  <a:pt x="2366010" y="5029391"/>
                  <a:pt x="2256415" y="5138986"/>
                  <a:pt x="2121223" y="5138986"/>
                </a:cubicBezTo>
                <a:lnTo>
                  <a:pt x="244787" y="5138986"/>
                </a:lnTo>
                <a:cubicBezTo>
                  <a:pt x="109595" y="5138986"/>
                  <a:pt x="0" y="5029391"/>
                  <a:pt x="0" y="4894199"/>
                </a:cubicBezTo>
                <a:lnTo>
                  <a:pt x="0" y="259323"/>
                </a:lnTo>
                <a:close/>
              </a:path>
            </a:pathLst>
          </a:custGeom>
          <a:solidFill>
            <a:schemeClr val="tx1"/>
          </a:solidFill>
        </p:spPr>
        <p:txBody>
          <a:bodyPr lIns="252000" tIns="360000" bIns="90000" anchor="t">
            <a:normAutofit/>
          </a:bodyPr>
          <a:lstStyle>
            <a:lvl1pPr marL="0" indent="0" algn="l">
              <a:buNone/>
              <a:defRPr lang="fr-FR" sz="24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3179045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6" name="Picture Placeholder 3"/>
          <p:cNvSpPr>
            <a:spLocks noGrp="1"/>
          </p:cNvSpPr>
          <p:nvPr>
            <p:ph type="pic" sz="quarter" idx="11" hasCustomPrompt="1"/>
          </p:nvPr>
        </p:nvSpPr>
        <p:spPr>
          <a:xfrm>
            <a:off x="4064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7" name="Picture Placeholder 3"/>
          <p:cNvSpPr>
            <a:spLocks noGrp="1"/>
          </p:cNvSpPr>
          <p:nvPr>
            <p:ph type="pic" sz="quarter" idx="12" hasCustomPrompt="1"/>
          </p:nvPr>
        </p:nvSpPr>
        <p:spPr>
          <a:xfrm>
            <a:off x="8128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8" name="Picture Placeholder 3"/>
          <p:cNvSpPr>
            <a:spLocks noGrp="1"/>
          </p:cNvSpPr>
          <p:nvPr>
            <p:ph type="pic" sz="quarter" idx="13" hasCustomPrompt="1"/>
          </p:nvPr>
        </p:nvSpPr>
        <p:spPr>
          <a:xfrm>
            <a:off x="8128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9" name="Picture Placeholder 3"/>
          <p:cNvSpPr>
            <a:spLocks noGrp="1"/>
          </p:cNvSpPr>
          <p:nvPr>
            <p:ph type="pic" sz="quarter" idx="14" hasCustomPrompt="1"/>
          </p:nvPr>
        </p:nvSpPr>
        <p:spPr>
          <a:xfrm>
            <a:off x="4064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20" name="Picture Placeholder 3"/>
          <p:cNvSpPr>
            <a:spLocks noGrp="1"/>
          </p:cNvSpPr>
          <p:nvPr>
            <p:ph type="pic" sz="quarter" idx="15" hasCustomPrompt="1"/>
          </p:nvPr>
        </p:nvSpPr>
        <p:spPr>
          <a:xfrm>
            <a:off x="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Tree>
    <p:extLst>
      <p:ext uri="{BB962C8B-B14F-4D97-AF65-F5344CB8AC3E}">
        <p14:creationId xmlns:p14="http://schemas.microsoft.com/office/powerpoint/2010/main" val="29795503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7B15E9-FE43-4841-B877-CF972643F917}"/>
              </a:ext>
            </a:extLst>
          </p:cNvPr>
          <p:cNvPicPr>
            <a:picLocks noChangeAspect="1"/>
          </p:cNvPicPr>
          <p:nvPr userDrawn="1"/>
        </p:nvPicPr>
        <p:blipFill rotWithShape="1">
          <a:blip r:embed="rId2"/>
          <a:srcRect l="70" r="70"/>
          <a:stretch/>
        </p:blipFill>
        <p:spPr>
          <a:xfrm>
            <a:off x="0" y="0"/>
            <a:ext cx="12192000" cy="6858000"/>
          </a:xfrm>
          <a:prstGeom prst="rect">
            <a:avLst/>
          </a:prstGeom>
        </p:spPr>
      </p:pic>
      <p:pic>
        <p:nvPicPr>
          <p:cNvPr id="7" name="Graphic 6">
            <a:extLst>
              <a:ext uri="{FF2B5EF4-FFF2-40B4-BE49-F238E27FC236}">
                <a16:creationId xmlns:a16="http://schemas.microsoft.com/office/drawing/2014/main" id="{6E8AD5E2-80B9-4596-9CB1-D5569DED9A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30219" y="1588849"/>
            <a:ext cx="2931562" cy="1831762"/>
          </a:xfrm>
          <a:prstGeom prst="rect">
            <a:avLst/>
          </a:prstGeom>
        </p:spPr>
      </p:pic>
      <p:sp>
        <p:nvSpPr>
          <p:cNvPr id="8" name="Rectangle 7">
            <a:extLst>
              <a:ext uri="{FF2B5EF4-FFF2-40B4-BE49-F238E27FC236}">
                <a16:creationId xmlns:a16="http://schemas.microsoft.com/office/drawing/2014/main" id="{60C311A9-D5EE-4491-885B-DF9302BF251A}"/>
              </a:ext>
            </a:extLst>
          </p:cNvPr>
          <p:cNvSpPr/>
          <p:nvPr userDrawn="1"/>
        </p:nvSpPr>
        <p:spPr>
          <a:xfrm>
            <a:off x="3375660" y="3948127"/>
            <a:ext cx="5440680" cy="428698"/>
          </a:xfrm>
          <a:prstGeom prst="rect">
            <a:avLst/>
          </a:prstGeom>
          <a:noFill/>
        </p:spPr>
        <p:txBody>
          <a:bodyPr wrap="square" lIns="0" tIns="0" rIns="0" bIns="0" rtlCol="0" anchor="ctr">
            <a:noAutofit/>
          </a:bodyPr>
          <a:lstStyle/>
          <a:p>
            <a:pPr algn="ctr">
              <a:lnSpc>
                <a:spcPct val="130000"/>
              </a:lnSpc>
              <a:spcAft>
                <a:spcPts val="600"/>
              </a:spcAft>
            </a:pPr>
            <a:r>
              <a:rPr lang="fr-FR" b="0" i="0" dirty="0">
                <a:solidFill>
                  <a:schemeClr val="bg1"/>
                </a:solidFill>
                <a:latin typeface="Helvetica Neue Fin" charset="0"/>
                <a:cs typeface="Helvetica Neue Fin" charset="0"/>
              </a:rPr>
              <a:t>A free PowerPoint Template made by Slidor.</a:t>
            </a:r>
          </a:p>
        </p:txBody>
      </p:sp>
      <p:grpSp>
        <p:nvGrpSpPr>
          <p:cNvPr id="9" name="Graphic 14">
            <a:extLst>
              <a:ext uri="{FF2B5EF4-FFF2-40B4-BE49-F238E27FC236}">
                <a16:creationId xmlns:a16="http://schemas.microsoft.com/office/drawing/2014/main" id="{D66DC7D3-23E7-4869-88B2-69EB16427068}"/>
              </a:ext>
            </a:extLst>
          </p:cNvPr>
          <p:cNvGrpSpPr/>
          <p:nvPr userDrawn="1"/>
        </p:nvGrpSpPr>
        <p:grpSpPr>
          <a:xfrm>
            <a:off x="6552060" y="3298862"/>
            <a:ext cx="848807" cy="172639"/>
            <a:chOff x="-4840605" y="4879650"/>
            <a:chExt cx="3371850" cy="685800"/>
          </a:xfrm>
        </p:grpSpPr>
        <p:sp>
          <p:nvSpPr>
            <p:cNvPr id="10" name="Freeform: Shape 9">
              <a:extLst>
                <a:ext uri="{FF2B5EF4-FFF2-40B4-BE49-F238E27FC236}">
                  <a16:creationId xmlns:a16="http://schemas.microsoft.com/office/drawing/2014/main" id="{E7923F90-C7F5-4957-8E42-1B5A2C22CF63}"/>
                </a:ext>
              </a:extLst>
            </p:cNvPr>
            <p:cNvSpPr/>
            <p:nvPr/>
          </p:nvSpPr>
          <p:spPr>
            <a:xfrm>
              <a:off x="-4847749" y="4872506"/>
              <a:ext cx="733425" cy="695325"/>
            </a:xfrm>
            <a:custGeom>
              <a:avLst/>
              <a:gdLst>
                <a:gd name="connsiteX0" fmla="*/ 727520 w 733425"/>
                <a:gd name="connsiteY0" fmla="*/ 349758 h 695325"/>
                <a:gd name="connsiteX1" fmla="*/ 728091 w 733425"/>
                <a:gd name="connsiteY1" fmla="*/ 349472 h 695325"/>
                <a:gd name="connsiteX2" fmla="*/ 650748 w 733425"/>
                <a:gd name="connsiteY2" fmla="*/ 303276 h 695325"/>
                <a:gd name="connsiteX3" fmla="*/ 161258 w 733425"/>
                <a:gd name="connsiteY3" fmla="*/ 7144 h 695325"/>
                <a:gd name="connsiteX4" fmla="*/ 11240 w 733425"/>
                <a:gd name="connsiteY4" fmla="*/ 51530 h 695325"/>
                <a:gd name="connsiteX5" fmla="*/ 505968 w 733425"/>
                <a:gd name="connsiteY5" fmla="*/ 349282 h 695325"/>
                <a:gd name="connsiteX6" fmla="*/ 7144 w 733425"/>
                <a:gd name="connsiteY6" fmla="*/ 645605 h 695325"/>
                <a:gd name="connsiteX7" fmla="*/ 161258 w 733425"/>
                <a:gd name="connsiteY7" fmla="*/ 692372 h 695325"/>
                <a:gd name="connsiteX8" fmla="*/ 270605 w 733425"/>
                <a:gd name="connsiteY8" fmla="*/ 626174 h 695325"/>
                <a:gd name="connsiteX9" fmla="*/ 650653 w 733425"/>
                <a:gd name="connsiteY9" fmla="*/ 396240 h 695325"/>
                <a:gd name="connsiteX10" fmla="*/ 728091 w 733425"/>
                <a:gd name="connsiteY10" fmla="*/ 350139 h 695325"/>
                <a:gd name="connsiteX11" fmla="*/ 727520 w 733425"/>
                <a:gd name="connsiteY11" fmla="*/ 349758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3425" h="695325">
                  <a:moveTo>
                    <a:pt x="727520" y="349758"/>
                  </a:moveTo>
                  <a:lnTo>
                    <a:pt x="728091" y="349472"/>
                  </a:lnTo>
                  <a:lnTo>
                    <a:pt x="650748" y="303276"/>
                  </a:lnTo>
                  <a:lnTo>
                    <a:pt x="161258" y="7144"/>
                  </a:lnTo>
                  <a:lnTo>
                    <a:pt x="11240" y="51530"/>
                  </a:lnTo>
                  <a:lnTo>
                    <a:pt x="505968" y="349282"/>
                  </a:lnTo>
                  <a:lnTo>
                    <a:pt x="7144" y="645605"/>
                  </a:lnTo>
                  <a:lnTo>
                    <a:pt x="161258" y="692372"/>
                  </a:lnTo>
                  <a:lnTo>
                    <a:pt x="270605" y="626174"/>
                  </a:lnTo>
                  <a:lnTo>
                    <a:pt x="650653" y="396240"/>
                  </a:lnTo>
                  <a:lnTo>
                    <a:pt x="728091" y="350139"/>
                  </a:lnTo>
                  <a:lnTo>
                    <a:pt x="727520" y="349758"/>
                  </a:lnTo>
                  <a:close/>
                </a:path>
              </a:pathLst>
            </a:custGeom>
            <a:solidFill>
              <a:srgbClr val="F04C3B"/>
            </a:solidFill>
            <a:ln w="9525" cap="flat">
              <a:noFill/>
              <a:prstDash val="solid"/>
              <a:miter/>
            </a:ln>
          </p:spPr>
          <p:txBody>
            <a:bodyPr rtlCol="0" anchor="ctr"/>
            <a:lstStyle/>
            <a:p>
              <a:endParaRPr lang="fr-FR" b="0" i="0" dirty="0">
                <a:latin typeface="Helvetica Neue Normal" charset="0"/>
              </a:endParaRPr>
            </a:p>
          </p:txBody>
        </p:sp>
        <p:sp>
          <p:nvSpPr>
            <p:cNvPr id="11" name="Freeform: Shape 10">
              <a:extLst>
                <a:ext uri="{FF2B5EF4-FFF2-40B4-BE49-F238E27FC236}">
                  <a16:creationId xmlns:a16="http://schemas.microsoft.com/office/drawing/2014/main" id="{1A91D39A-3051-4BF8-9AD2-6A54CECBDBDA}"/>
                </a:ext>
              </a:extLst>
            </p:cNvPr>
            <p:cNvSpPr/>
            <p:nvPr/>
          </p:nvSpPr>
          <p:spPr>
            <a:xfrm>
              <a:off x="-4462177" y="5214930"/>
              <a:ext cx="238125" cy="142875"/>
            </a:xfrm>
            <a:custGeom>
              <a:avLst/>
              <a:gdLst>
                <a:gd name="connsiteX0" fmla="*/ 120777 w 238125"/>
                <a:gd name="connsiteY0" fmla="*/ 7144 h 142875"/>
                <a:gd name="connsiteX1" fmla="*/ 231648 w 238125"/>
                <a:gd name="connsiteY1" fmla="*/ 73819 h 142875"/>
                <a:gd name="connsiteX2" fmla="*/ 120682 w 238125"/>
                <a:gd name="connsiteY2" fmla="*/ 141256 h 142875"/>
                <a:gd name="connsiteX3" fmla="*/ 7144 w 238125"/>
                <a:gd name="connsiteY3" fmla="*/ 74200 h 142875"/>
                <a:gd name="connsiteX4" fmla="*/ 120777 w 238125"/>
                <a:gd name="connsiteY4" fmla="*/ 714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142875">
                  <a:moveTo>
                    <a:pt x="120777" y="7144"/>
                  </a:moveTo>
                  <a:lnTo>
                    <a:pt x="231648" y="73819"/>
                  </a:lnTo>
                  <a:lnTo>
                    <a:pt x="120682" y="141256"/>
                  </a:lnTo>
                  <a:lnTo>
                    <a:pt x="7144" y="74200"/>
                  </a:lnTo>
                  <a:lnTo>
                    <a:pt x="120777" y="7144"/>
                  </a:lnTo>
                  <a:close/>
                </a:path>
              </a:pathLst>
            </a:custGeom>
            <a:solidFill>
              <a:srgbClr val="010101">
                <a:alpha val="30000"/>
              </a:srgbClr>
            </a:solidFill>
            <a:ln w="9525" cap="flat">
              <a:noFill/>
              <a:prstDash val="solid"/>
              <a:miter/>
            </a:ln>
          </p:spPr>
          <p:txBody>
            <a:bodyPr rtlCol="0" anchor="ctr"/>
            <a:lstStyle/>
            <a:p>
              <a:endParaRPr lang="fr-FR" b="0" i="0" dirty="0">
                <a:latin typeface="Helvetica Neue Normal" charset="0"/>
              </a:endParaRPr>
            </a:p>
          </p:txBody>
        </p:sp>
        <p:sp>
          <p:nvSpPr>
            <p:cNvPr id="12" name="Freeform: Shape 11">
              <a:extLst>
                <a:ext uri="{FF2B5EF4-FFF2-40B4-BE49-F238E27FC236}">
                  <a16:creationId xmlns:a16="http://schemas.microsoft.com/office/drawing/2014/main" id="{F85F7B6D-1347-40FE-A80A-D5BD017DF9CD}"/>
                </a:ext>
              </a:extLst>
            </p:cNvPr>
            <p:cNvSpPr/>
            <p:nvPr/>
          </p:nvSpPr>
          <p:spPr>
            <a:xfrm>
              <a:off x="-3434715" y="5011381"/>
              <a:ext cx="295275" cy="419100"/>
            </a:xfrm>
            <a:custGeom>
              <a:avLst/>
              <a:gdLst>
                <a:gd name="connsiteX0" fmla="*/ 7144 w 295275"/>
                <a:gd name="connsiteY0" fmla="*/ 50483 h 419100"/>
                <a:gd name="connsiteX1" fmla="*/ 78772 w 295275"/>
                <a:gd name="connsiteY1" fmla="*/ 7144 h 419100"/>
                <a:gd name="connsiteX2" fmla="*/ 78772 w 295275"/>
                <a:gd name="connsiteY2" fmla="*/ 349472 h 419100"/>
                <a:gd name="connsiteX3" fmla="*/ 292989 w 295275"/>
                <a:gd name="connsiteY3" fmla="*/ 349472 h 419100"/>
                <a:gd name="connsiteX4" fmla="*/ 292989 w 295275"/>
                <a:gd name="connsiteY4" fmla="*/ 414623 h 419100"/>
                <a:gd name="connsiteX5" fmla="*/ 7239 w 295275"/>
                <a:gd name="connsiteY5" fmla="*/ 414623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5" h="419100">
                  <a:moveTo>
                    <a:pt x="7144" y="50483"/>
                  </a:moveTo>
                  <a:lnTo>
                    <a:pt x="78772" y="7144"/>
                  </a:lnTo>
                  <a:lnTo>
                    <a:pt x="78772" y="349472"/>
                  </a:lnTo>
                  <a:lnTo>
                    <a:pt x="292989" y="349472"/>
                  </a:lnTo>
                  <a:lnTo>
                    <a:pt x="292989" y="414623"/>
                  </a:lnTo>
                  <a:lnTo>
                    <a:pt x="7239"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3" name="Freeform: Shape 12">
              <a:extLst>
                <a:ext uri="{FF2B5EF4-FFF2-40B4-BE49-F238E27FC236}">
                  <a16:creationId xmlns:a16="http://schemas.microsoft.com/office/drawing/2014/main" id="{876C7694-BEEB-45BD-8514-3A1381390988}"/>
                </a:ext>
              </a:extLst>
            </p:cNvPr>
            <p:cNvSpPr/>
            <p:nvPr/>
          </p:nvSpPr>
          <p:spPr>
            <a:xfrm>
              <a:off x="-3041142" y="5011381"/>
              <a:ext cx="85725" cy="419100"/>
            </a:xfrm>
            <a:custGeom>
              <a:avLst/>
              <a:gdLst>
                <a:gd name="connsiteX0" fmla="*/ 7144 w 85725"/>
                <a:gd name="connsiteY0" fmla="*/ 51721 h 419100"/>
                <a:gd name="connsiteX1" fmla="*/ 78772 w 85725"/>
                <a:gd name="connsiteY1" fmla="*/ 7144 h 419100"/>
                <a:gd name="connsiteX2" fmla="*/ 78772 w 85725"/>
                <a:gd name="connsiteY2" fmla="*/ 414623 h 419100"/>
                <a:gd name="connsiteX3" fmla="*/ 7144 w 85725"/>
                <a:gd name="connsiteY3" fmla="*/ 414623 h 419100"/>
              </a:gdLst>
              <a:ahLst/>
              <a:cxnLst>
                <a:cxn ang="0">
                  <a:pos x="connsiteX0" y="connsiteY0"/>
                </a:cxn>
                <a:cxn ang="0">
                  <a:pos x="connsiteX1" y="connsiteY1"/>
                </a:cxn>
                <a:cxn ang="0">
                  <a:pos x="connsiteX2" y="connsiteY2"/>
                </a:cxn>
                <a:cxn ang="0">
                  <a:pos x="connsiteX3" y="connsiteY3"/>
                </a:cxn>
              </a:cxnLst>
              <a:rect l="l" t="t" r="r" b="b"/>
              <a:pathLst>
                <a:path w="85725" h="419100">
                  <a:moveTo>
                    <a:pt x="7144" y="51721"/>
                  </a:moveTo>
                  <a:lnTo>
                    <a:pt x="78772" y="7144"/>
                  </a:lnTo>
                  <a:lnTo>
                    <a:pt x="78772" y="414623"/>
                  </a:lnTo>
                  <a:lnTo>
                    <a:pt x="7144"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4" name="Freeform: Shape 13">
              <a:extLst>
                <a:ext uri="{FF2B5EF4-FFF2-40B4-BE49-F238E27FC236}">
                  <a16:creationId xmlns:a16="http://schemas.microsoft.com/office/drawing/2014/main" id="{1233C57D-BC6C-45E8-BD7C-CD3182F4BBD4}"/>
                </a:ext>
              </a:extLst>
            </p:cNvPr>
            <p:cNvSpPr/>
            <p:nvPr/>
          </p:nvSpPr>
          <p:spPr>
            <a:xfrm>
              <a:off x="-2831592" y="5011365"/>
              <a:ext cx="381000" cy="419100"/>
            </a:xfrm>
            <a:custGeom>
              <a:avLst/>
              <a:gdLst>
                <a:gd name="connsiteX0" fmla="*/ 7144 w 381000"/>
                <a:gd name="connsiteY0" fmla="*/ 7160 h 419100"/>
                <a:gd name="connsiteX1" fmla="*/ 159544 w 381000"/>
                <a:gd name="connsiteY1" fmla="*/ 7160 h 419100"/>
                <a:gd name="connsiteX2" fmla="*/ 247174 w 381000"/>
                <a:gd name="connsiteY2" fmla="*/ 22590 h 419100"/>
                <a:gd name="connsiteX3" fmla="*/ 315849 w 381000"/>
                <a:gd name="connsiteY3" fmla="*/ 65357 h 419100"/>
                <a:gd name="connsiteX4" fmla="*/ 360426 w 381000"/>
                <a:gd name="connsiteY4" fmla="*/ 129746 h 419100"/>
                <a:gd name="connsiteX5" fmla="*/ 376142 w 381000"/>
                <a:gd name="connsiteY5" fmla="*/ 209756 h 419100"/>
                <a:gd name="connsiteX6" fmla="*/ 376142 w 381000"/>
                <a:gd name="connsiteY6" fmla="*/ 210899 h 419100"/>
                <a:gd name="connsiteX7" fmla="*/ 360426 w 381000"/>
                <a:gd name="connsiteY7" fmla="*/ 291290 h 419100"/>
                <a:gd name="connsiteX8" fmla="*/ 315849 w 381000"/>
                <a:gd name="connsiteY8" fmla="*/ 355870 h 419100"/>
                <a:gd name="connsiteX9" fmla="*/ 247174 w 381000"/>
                <a:gd name="connsiteY9" fmla="*/ 398923 h 419100"/>
                <a:gd name="connsiteX10" fmla="*/ 159544 w 381000"/>
                <a:gd name="connsiteY10" fmla="*/ 414639 h 419100"/>
                <a:gd name="connsiteX11" fmla="*/ 7144 w 381000"/>
                <a:gd name="connsiteY11" fmla="*/ 414639 h 419100"/>
                <a:gd name="connsiteX12" fmla="*/ 78391 w 381000"/>
                <a:gd name="connsiteY12" fmla="*/ 72787 h 419100"/>
                <a:gd name="connsiteX13" fmla="*/ 78391 w 381000"/>
                <a:gd name="connsiteY13" fmla="*/ 349869 h 419100"/>
                <a:gd name="connsiteX14" fmla="*/ 158687 w 381000"/>
                <a:gd name="connsiteY14" fmla="*/ 349869 h 419100"/>
                <a:gd name="connsiteX15" fmla="*/ 216884 w 381000"/>
                <a:gd name="connsiteY15" fmla="*/ 339677 h 419100"/>
                <a:gd name="connsiteX16" fmla="*/ 261461 w 381000"/>
                <a:gd name="connsiteY16" fmla="*/ 311102 h 419100"/>
                <a:gd name="connsiteX17" fmla="*/ 290036 w 381000"/>
                <a:gd name="connsiteY17" fmla="*/ 267478 h 419100"/>
                <a:gd name="connsiteX18" fmla="*/ 300228 w 381000"/>
                <a:gd name="connsiteY18" fmla="*/ 212518 h 419100"/>
                <a:gd name="connsiteX19" fmla="*/ 300228 w 381000"/>
                <a:gd name="connsiteY19" fmla="*/ 211280 h 419100"/>
                <a:gd name="connsiteX20" fmla="*/ 290036 w 381000"/>
                <a:gd name="connsiteY20" fmla="*/ 156035 h 419100"/>
                <a:gd name="connsiteX21" fmla="*/ 261461 w 381000"/>
                <a:gd name="connsiteY21" fmla="*/ 112030 h 419100"/>
                <a:gd name="connsiteX22" fmla="*/ 216884 w 381000"/>
                <a:gd name="connsiteY22" fmla="*/ 83455 h 419100"/>
                <a:gd name="connsiteX23" fmla="*/ 158687 w 381000"/>
                <a:gd name="connsiteY23" fmla="*/ 7297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000" h="419100">
                  <a:moveTo>
                    <a:pt x="7144" y="7160"/>
                  </a:moveTo>
                  <a:lnTo>
                    <a:pt x="159544" y="7160"/>
                  </a:lnTo>
                  <a:cubicBezTo>
                    <a:pt x="189459" y="6817"/>
                    <a:pt x="219175" y="12050"/>
                    <a:pt x="247174" y="22590"/>
                  </a:cubicBezTo>
                  <a:cubicBezTo>
                    <a:pt x="272645" y="32212"/>
                    <a:pt x="295978" y="46743"/>
                    <a:pt x="315849" y="65357"/>
                  </a:cubicBezTo>
                  <a:cubicBezTo>
                    <a:pt x="335007" y="83502"/>
                    <a:pt x="350187" y="105428"/>
                    <a:pt x="360426" y="129746"/>
                  </a:cubicBezTo>
                  <a:cubicBezTo>
                    <a:pt x="371036" y="155075"/>
                    <a:pt x="376383" y="182297"/>
                    <a:pt x="376142" y="209756"/>
                  </a:cubicBezTo>
                  <a:lnTo>
                    <a:pt x="376142" y="210899"/>
                  </a:lnTo>
                  <a:cubicBezTo>
                    <a:pt x="376371" y="238481"/>
                    <a:pt x="371025" y="265825"/>
                    <a:pt x="360426" y="291290"/>
                  </a:cubicBezTo>
                  <a:cubicBezTo>
                    <a:pt x="350257" y="315703"/>
                    <a:pt x="335070" y="337705"/>
                    <a:pt x="315849" y="355870"/>
                  </a:cubicBezTo>
                  <a:cubicBezTo>
                    <a:pt x="295967" y="374540"/>
                    <a:pt x="272642" y="389163"/>
                    <a:pt x="247174" y="398923"/>
                  </a:cubicBezTo>
                  <a:cubicBezTo>
                    <a:pt x="219219" y="409651"/>
                    <a:pt x="189485" y="414983"/>
                    <a:pt x="159544" y="414639"/>
                  </a:cubicBezTo>
                  <a:lnTo>
                    <a:pt x="7144" y="414639"/>
                  </a:lnTo>
                  <a:close/>
                  <a:moveTo>
                    <a:pt x="78391" y="72787"/>
                  </a:moveTo>
                  <a:lnTo>
                    <a:pt x="78391" y="349869"/>
                  </a:lnTo>
                  <a:lnTo>
                    <a:pt x="158687" y="349869"/>
                  </a:lnTo>
                  <a:cubicBezTo>
                    <a:pt x="178551" y="350118"/>
                    <a:pt x="198287" y="346662"/>
                    <a:pt x="216884" y="339677"/>
                  </a:cubicBezTo>
                  <a:cubicBezTo>
                    <a:pt x="233595" y="333409"/>
                    <a:pt x="248788" y="323670"/>
                    <a:pt x="261461" y="311102"/>
                  </a:cubicBezTo>
                  <a:cubicBezTo>
                    <a:pt x="273861" y="298662"/>
                    <a:pt x="283586" y="283816"/>
                    <a:pt x="290036" y="267478"/>
                  </a:cubicBezTo>
                  <a:cubicBezTo>
                    <a:pt x="296973" y="249995"/>
                    <a:pt x="300435" y="231327"/>
                    <a:pt x="300228" y="212518"/>
                  </a:cubicBezTo>
                  <a:lnTo>
                    <a:pt x="300228" y="211280"/>
                  </a:lnTo>
                  <a:cubicBezTo>
                    <a:pt x="300417" y="192381"/>
                    <a:pt x="296957" y="173623"/>
                    <a:pt x="290036" y="156035"/>
                  </a:cubicBezTo>
                  <a:cubicBezTo>
                    <a:pt x="283637" y="139559"/>
                    <a:pt x="273910" y="124578"/>
                    <a:pt x="261461" y="112030"/>
                  </a:cubicBezTo>
                  <a:cubicBezTo>
                    <a:pt x="248705" y="99567"/>
                    <a:pt x="233535" y="89843"/>
                    <a:pt x="216884" y="83455"/>
                  </a:cubicBezTo>
                  <a:cubicBezTo>
                    <a:pt x="198344" y="76236"/>
                    <a:pt x="178581" y="72678"/>
                    <a:pt x="158687" y="72977"/>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5" name="Freeform: Shape 14">
              <a:extLst>
                <a:ext uri="{FF2B5EF4-FFF2-40B4-BE49-F238E27FC236}">
                  <a16:creationId xmlns:a16="http://schemas.microsoft.com/office/drawing/2014/main" id="{E8A94DF9-BAFB-4BE4-9840-26E3AE412F1B}"/>
                </a:ext>
              </a:extLst>
            </p:cNvPr>
            <p:cNvSpPr/>
            <p:nvPr/>
          </p:nvSpPr>
          <p:spPr>
            <a:xfrm>
              <a:off x="-2364680" y="5004696"/>
              <a:ext cx="438150" cy="428625"/>
            </a:xfrm>
            <a:custGeom>
              <a:avLst/>
              <a:gdLst>
                <a:gd name="connsiteX0" fmla="*/ 218983 w 438150"/>
                <a:gd name="connsiteY0" fmla="*/ 428357 h 428625"/>
                <a:gd name="connsiteX1" fmla="*/ 133258 w 438150"/>
                <a:gd name="connsiteY1" fmla="*/ 411783 h 428625"/>
                <a:gd name="connsiteX2" fmla="*/ 66583 w 438150"/>
                <a:gd name="connsiteY2" fmla="*/ 366635 h 428625"/>
                <a:gd name="connsiteX3" fmla="*/ 22864 w 438150"/>
                <a:gd name="connsiteY3" fmla="*/ 299960 h 428625"/>
                <a:gd name="connsiteX4" fmla="*/ 7147 w 438150"/>
                <a:gd name="connsiteY4" fmla="*/ 218807 h 428625"/>
                <a:gd name="connsiteX5" fmla="*/ 7147 w 438150"/>
                <a:gd name="connsiteY5" fmla="*/ 217569 h 428625"/>
                <a:gd name="connsiteX6" fmla="*/ 22864 w 438150"/>
                <a:gd name="connsiteY6" fmla="*/ 136416 h 428625"/>
                <a:gd name="connsiteX7" fmla="*/ 67155 w 438150"/>
                <a:gd name="connsiteY7" fmla="*/ 69741 h 428625"/>
                <a:gd name="connsiteX8" fmla="*/ 134687 w 438150"/>
                <a:gd name="connsiteY8" fmla="*/ 24021 h 428625"/>
                <a:gd name="connsiteX9" fmla="*/ 220888 w 438150"/>
                <a:gd name="connsiteY9" fmla="*/ 7161 h 428625"/>
                <a:gd name="connsiteX10" fmla="*/ 306613 w 438150"/>
                <a:gd name="connsiteY10" fmla="*/ 23735 h 428625"/>
                <a:gd name="connsiteX11" fmla="*/ 373288 w 438150"/>
                <a:gd name="connsiteY11" fmla="*/ 68883 h 428625"/>
                <a:gd name="connsiteX12" fmla="*/ 416913 w 438150"/>
                <a:gd name="connsiteY12" fmla="*/ 135558 h 428625"/>
                <a:gd name="connsiteX13" fmla="*/ 432629 w 438150"/>
                <a:gd name="connsiteY13" fmla="*/ 216711 h 428625"/>
                <a:gd name="connsiteX14" fmla="*/ 432629 w 438150"/>
                <a:gd name="connsiteY14" fmla="*/ 217854 h 428625"/>
                <a:gd name="connsiteX15" fmla="*/ 416913 w 438150"/>
                <a:gd name="connsiteY15" fmla="*/ 299103 h 428625"/>
                <a:gd name="connsiteX16" fmla="*/ 372717 w 438150"/>
                <a:gd name="connsiteY16" fmla="*/ 365778 h 428625"/>
                <a:gd name="connsiteX17" fmla="*/ 218983 w 438150"/>
                <a:gd name="connsiteY17" fmla="*/ 428357 h 428625"/>
                <a:gd name="connsiteX18" fmla="*/ 220222 w 438150"/>
                <a:gd name="connsiteY18" fmla="*/ 361682 h 428625"/>
                <a:gd name="connsiteX19" fmla="*/ 319091 w 438150"/>
                <a:gd name="connsiteY19" fmla="*/ 319677 h 428625"/>
                <a:gd name="connsiteX20" fmla="*/ 347666 w 438150"/>
                <a:gd name="connsiteY20" fmla="*/ 274147 h 428625"/>
                <a:gd name="connsiteX21" fmla="*/ 357858 w 438150"/>
                <a:gd name="connsiteY21" fmla="*/ 218140 h 428625"/>
                <a:gd name="connsiteX22" fmla="*/ 357858 w 438150"/>
                <a:gd name="connsiteY22" fmla="*/ 216997 h 428625"/>
                <a:gd name="connsiteX23" fmla="*/ 347666 w 438150"/>
                <a:gd name="connsiteY23" fmla="*/ 160704 h 428625"/>
                <a:gd name="connsiteX24" fmla="*/ 275181 w 438150"/>
                <a:gd name="connsiteY24" fmla="*/ 83457 h 428625"/>
                <a:gd name="connsiteX25" fmla="*/ 163738 w 438150"/>
                <a:gd name="connsiteY25" fmla="*/ 83457 h 428625"/>
                <a:gd name="connsiteX26" fmla="*/ 120304 w 438150"/>
                <a:gd name="connsiteY26" fmla="*/ 114318 h 428625"/>
                <a:gd name="connsiteX27" fmla="*/ 91729 w 438150"/>
                <a:gd name="connsiteY27" fmla="*/ 160133 h 428625"/>
                <a:gd name="connsiteX28" fmla="*/ 81537 w 438150"/>
                <a:gd name="connsiteY28" fmla="*/ 216140 h 428625"/>
                <a:gd name="connsiteX29" fmla="*/ 81538 w 438150"/>
                <a:gd name="connsiteY29" fmla="*/ 217283 h 428625"/>
                <a:gd name="connsiteX30" fmla="*/ 91729 w 438150"/>
                <a:gd name="connsiteY30" fmla="*/ 273290 h 428625"/>
                <a:gd name="connsiteX31" fmla="*/ 120304 w 438150"/>
                <a:gd name="connsiteY31" fmla="*/ 319391 h 428625"/>
                <a:gd name="connsiteX32" fmla="*/ 164310 w 438150"/>
                <a:gd name="connsiteY32" fmla="*/ 350633 h 428625"/>
                <a:gd name="connsiteX33" fmla="*/ 220222 w 438150"/>
                <a:gd name="connsiteY33" fmla="*/ 36196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38150" h="428625">
                  <a:moveTo>
                    <a:pt x="218983" y="428357"/>
                  </a:moveTo>
                  <a:cubicBezTo>
                    <a:pt x="189583" y="428674"/>
                    <a:pt x="160422" y="423037"/>
                    <a:pt x="133258" y="411783"/>
                  </a:cubicBezTo>
                  <a:cubicBezTo>
                    <a:pt x="108249" y="401324"/>
                    <a:pt x="85580" y="385974"/>
                    <a:pt x="66583" y="366635"/>
                  </a:cubicBezTo>
                  <a:cubicBezTo>
                    <a:pt x="47851" y="347434"/>
                    <a:pt x="33006" y="324794"/>
                    <a:pt x="22864" y="299960"/>
                  </a:cubicBezTo>
                  <a:cubicBezTo>
                    <a:pt x="12325" y="274210"/>
                    <a:pt x="6984" y="246630"/>
                    <a:pt x="7147" y="218807"/>
                  </a:cubicBezTo>
                  <a:lnTo>
                    <a:pt x="7147" y="217569"/>
                  </a:lnTo>
                  <a:cubicBezTo>
                    <a:pt x="6984" y="189746"/>
                    <a:pt x="12325" y="162166"/>
                    <a:pt x="22864" y="136416"/>
                  </a:cubicBezTo>
                  <a:cubicBezTo>
                    <a:pt x="33146" y="111519"/>
                    <a:pt x="48191" y="88870"/>
                    <a:pt x="67155" y="69741"/>
                  </a:cubicBezTo>
                  <a:cubicBezTo>
                    <a:pt x="86504" y="50285"/>
                    <a:pt x="109437" y="34760"/>
                    <a:pt x="134687" y="24021"/>
                  </a:cubicBezTo>
                  <a:cubicBezTo>
                    <a:pt x="161953" y="12523"/>
                    <a:pt x="191300" y="6783"/>
                    <a:pt x="220888" y="7161"/>
                  </a:cubicBezTo>
                  <a:cubicBezTo>
                    <a:pt x="250288" y="6854"/>
                    <a:pt x="279446" y="12492"/>
                    <a:pt x="306613" y="23735"/>
                  </a:cubicBezTo>
                  <a:cubicBezTo>
                    <a:pt x="331611" y="34217"/>
                    <a:pt x="354275" y="49564"/>
                    <a:pt x="373288" y="68883"/>
                  </a:cubicBezTo>
                  <a:cubicBezTo>
                    <a:pt x="392011" y="88073"/>
                    <a:pt x="406827" y="110718"/>
                    <a:pt x="416913" y="135558"/>
                  </a:cubicBezTo>
                  <a:cubicBezTo>
                    <a:pt x="427461" y="161306"/>
                    <a:pt x="432803" y="188888"/>
                    <a:pt x="432629" y="216711"/>
                  </a:cubicBezTo>
                  <a:lnTo>
                    <a:pt x="432629" y="217854"/>
                  </a:lnTo>
                  <a:cubicBezTo>
                    <a:pt x="432803" y="245709"/>
                    <a:pt x="427461" y="273322"/>
                    <a:pt x="416913" y="299103"/>
                  </a:cubicBezTo>
                  <a:cubicBezTo>
                    <a:pt x="406665" y="323995"/>
                    <a:pt x="391652" y="346644"/>
                    <a:pt x="372717" y="365778"/>
                  </a:cubicBezTo>
                  <a:cubicBezTo>
                    <a:pt x="332099" y="406653"/>
                    <a:pt x="276600" y="429244"/>
                    <a:pt x="218983" y="428357"/>
                  </a:cubicBezTo>
                  <a:close/>
                  <a:moveTo>
                    <a:pt x="220222" y="361682"/>
                  </a:moveTo>
                  <a:cubicBezTo>
                    <a:pt x="257610" y="362161"/>
                    <a:pt x="293481" y="346921"/>
                    <a:pt x="319091" y="319677"/>
                  </a:cubicBezTo>
                  <a:cubicBezTo>
                    <a:pt x="331504" y="306517"/>
                    <a:pt x="341213" y="291048"/>
                    <a:pt x="347666" y="274147"/>
                  </a:cubicBezTo>
                  <a:cubicBezTo>
                    <a:pt x="354525" y="256277"/>
                    <a:pt x="357982" y="237281"/>
                    <a:pt x="357858" y="218140"/>
                  </a:cubicBezTo>
                  <a:lnTo>
                    <a:pt x="357858" y="216997"/>
                  </a:lnTo>
                  <a:cubicBezTo>
                    <a:pt x="357948" y="197766"/>
                    <a:pt x="354493" y="178683"/>
                    <a:pt x="347666" y="160704"/>
                  </a:cubicBezTo>
                  <a:cubicBezTo>
                    <a:pt x="334823" y="126287"/>
                    <a:pt x="308712" y="98460"/>
                    <a:pt x="275181" y="83457"/>
                  </a:cubicBezTo>
                  <a:cubicBezTo>
                    <a:pt x="239636" y="68025"/>
                    <a:pt x="199283" y="68025"/>
                    <a:pt x="163738" y="83457"/>
                  </a:cubicBezTo>
                  <a:cubicBezTo>
                    <a:pt x="147300" y="90661"/>
                    <a:pt x="132516" y="101165"/>
                    <a:pt x="120304" y="114318"/>
                  </a:cubicBezTo>
                  <a:cubicBezTo>
                    <a:pt x="107954" y="127634"/>
                    <a:pt x="98256" y="143184"/>
                    <a:pt x="91729" y="160133"/>
                  </a:cubicBezTo>
                  <a:cubicBezTo>
                    <a:pt x="84886" y="178008"/>
                    <a:pt x="81429" y="197000"/>
                    <a:pt x="81537" y="216140"/>
                  </a:cubicBezTo>
                  <a:lnTo>
                    <a:pt x="81538" y="217283"/>
                  </a:lnTo>
                  <a:cubicBezTo>
                    <a:pt x="81421" y="236423"/>
                    <a:pt x="84877" y="255418"/>
                    <a:pt x="91729" y="273290"/>
                  </a:cubicBezTo>
                  <a:cubicBezTo>
                    <a:pt x="98242" y="290331"/>
                    <a:pt x="107940" y="305977"/>
                    <a:pt x="120304" y="319391"/>
                  </a:cubicBezTo>
                  <a:cubicBezTo>
                    <a:pt x="132678" y="332710"/>
                    <a:pt x="147656" y="343344"/>
                    <a:pt x="164310" y="350633"/>
                  </a:cubicBezTo>
                  <a:cubicBezTo>
                    <a:pt x="181946" y="358291"/>
                    <a:pt x="200996" y="362153"/>
                    <a:pt x="220222" y="361968"/>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6" name="Freeform: Shape 15">
              <a:extLst>
                <a:ext uri="{FF2B5EF4-FFF2-40B4-BE49-F238E27FC236}">
                  <a16:creationId xmlns:a16="http://schemas.microsoft.com/office/drawing/2014/main" id="{5F9A081A-E818-4296-AF04-3676C01030AA}"/>
                </a:ext>
              </a:extLst>
            </p:cNvPr>
            <p:cNvSpPr/>
            <p:nvPr/>
          </p:nvSpPr>
          <p:spPr>
            <a:xfrm>
              <a:off x="-1823371" y="5011354"/>
              <a:ext cx="352425" cy="419100"/>
            </a:xfrm>
            <a:custGeom>
              <a:avLst/>
              <a:gdLst>
                <a:gd name="connsiteX0" fmla="*/ 7144 w 352425"/>
                <a:gd name="connsiteY0" fmla="*/ 7171 h 419100"/>
                <a:gd name="connsiteX1" fmla="*/ 188786 w 352425"/>
                <a:gd name="connsiteY1" fmla="*/ 7171 h 419100"/>
                <a:gd name="connsiteX2" fmla="*/ 256889 w 352425"/>
                <a:gd name="connsiteY2" fmla="*/ 17934 h 419100"/>
                <a:gd name="connsiteX3" fmla="*/ 306419 w 352425"/>
                <a:gd name="connsiteY3" fmla="*/ 47938 h 419100"/>
                <a:gd name="connsiteX4" fmla="*/ 331470 w 352425"/>
                <a:gd name="connsiteY4" fmla="*/ 86895 h 419100"/>
                <a:gd name="connsiteX5" fmla="*/ 340138 w 352425"/>
                <a:gd name="connsiteY5" fmla="*/ 135854 h 419100"/>
                <a:gd name="connsiteX6" fmla="*/ 340138 w 352425"/>
                <a:gd name="connsiteY6" fmla="*/ 136997 h 419100"/>
                <a:gd name="connsiteX7" fmla="*/ 313087 w 352425"/>
                <a:gd name="connsiteY7" fmla="*/ 217673 h 419100"/>
                <a:gd name="connsiteX8" fmla="*/ 243554 w 352425"/>
                <a:gd name="connsiteY8" fmla="*/ 260441 h 419100"/>
                <a:gd name="connsiteX9" fmla="*/ 353568 w 352425"/>
                <a:gd name="connsiteY9" fmla="*/ 414650 h 419100"/>
                <a:gd name="connsiteX10" fmla="*/ 268605 w 352425"/>
                <a:gd name="connsiteY10" fmla="*/ 414650 h 419100"/>
                <a:gd name="connsiteX11" fmla="*/ 168402 w 352425"/>
                <a:gd name="connsiteY11" fmla="*/ 272823 h 419100"/>
                <a:gd name="connsiteX12" fmla="*/ 78772 w 352425"/>
                <a:gd name="connsiteY12" fmla="*/ 272823 h 419100"/>
                <a:gd name="connsiteX13" fmla="*/ 78772 w 352425"/>
                <a:gd name="connsiteY13" fmla="*/ 414841 h 419100"/>
                <a:gd name="connsiteX14" fmla="*/ 7144 w 352425"/>
                <a:gd name="connsiteY14" fmla="*/ 414841 h 419100"/>
                <a:gd name="connsiteX15" fmla="*/ 183547 w 352425"/>
                <a:gd name="connsiteY15" fmla="*/ 209196 h 419100"/>
                <a:gd name="connsiteX16" fmla="*/ 244698 w 352425"/>
                <a:gd name="connsiteY16" fmla="*/ 190813 h 419100"/>
                <a:gd name="connsiteX17" fmla="*/ 267367 w 352425"/>
                <a:gd name="connsiteY17" fmla="*/ 141093 h 419100"/>
                <a:gd name="connsiteX18" fmla="*/ 267367 w 352425"/>
                <a:gd name="connsiteY18" fmla="*/ 139949 h 419100"/>
                <a:gd name="connsiteX19" fmla="*/ 245269 w 352425"/>
                <a:gd name="connsiteY19" fmla="*/ 89562 h 419100"/>
                <a:gd name="connsiteX20" fmla="*/ 182975 w 352425"/>
                <a:gd name="connsiteY20" fmla="*/ 72417 h 419100"/>
                <a:gd name="connsiteX21" fmla="*/ 78772 w 352425"/>
                <a:gd name="connsiteY21" fmla="*/ 72417 h 419100"/>
                <a:gd name="connsiteX22" fmla="*/ 78772 w 352425"/>
                <a:gd name="connsiteY22" fmla="*/ 20919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425" h="419100">
                  <a:moveTo>
                    <a:pt x="7144" y="7171"/>
                  </a:moveTo>
                  <a:lnTo>
                    <a:pt x="188786" y="7171"/>
                  </a:lnTo>
                  <a:cubicBezTo>
                    <a:pt x="211939" y="6790"/>
                    <a:pt x="234982" y="10431"/>
                    <a:pt x="256889" y="17934"/>
                  </a:cubicBezTo>
                  <a:cubicBezTo>
                    <a:pt x="275324" y="24344"/>
                    <a:pt x="292201" y="34567"/>
                    <a:pt x="306419" y="47938"/>
                  </a:cubicBezTo>
                  <a:cubicBezTo>
                    <a:pt x="317253" y="59148"/>
                    <a:pt x="325766" y="72387"/>
                    <a:pt x="331470" y="86895"/>
                  </a:cubicBezTo>
                  <a:cubicBezTo>
                    <a:pt x="337403" y="102527"/>
                    <a:pt x="340343" y="119135"/>
                    <a:pt x="340138" y="135854"/>
                  </a:cubicBezTo>
                  <a:lnTo>
                    <a:pt x="340138" y="136997"/>
                  </a:lnTo>
                  <a:cubicBezTo>
                    <a:pt x="341579" y="166333"/>
                    <a:pt x="331921" y="195136"/>
                    <a:pt x="313087" y="217673"/>
                  </a:cubicBezTo>
                  <a:cubicBezTo>
                    <a:pt x="294505" y="238320"/>
                    <a:pt x="270363" y="253169"/>
                    <a:pt x="243554" y="260441"/>
                  </a:cubicBezTo>
                  <a:lnTo>
                    <a:pt x="353568" y="414650"/>
                  </a:lnTo>
                  <a:lnTo>
                    <a:pt x="268605" y="414650"/>
                  </a:lnTo>
                  <a:lnTo>
                    <a:pt x="168402" y="272823"/>
                  </a:lnTo>
                  <a:lnTo>
                    <a:pt x="78772" y="272823"/>
                  </a:lnTo>
                  <a:lnTo>
                    <a:pt x="78772" y="414841"/>
                  </a:lnTo>
                  <a:lnTo>
                    <a:pt x="7144" y="414841"/>
                  </a:lnTo>
                  <a:close/>
                  <a:moveTo>
                    <a:pt x="183547" y="209196"/>
                  </a:moveTo>
                  <a:cubicBezTo>
                    <a:pt x="205449" y="210374"/>
                    <a:pt x="227076" y="203873"/>
                    <a:pt x="244698" y="190813"/>
                  </a:cubicBezTo>
                  <a:cubicBezTo>
                    <a:pt x="259749" y="178802"/>
                    <a:pt x="268170" y="160332"/>
                    <a:pt x="267367" y="141093"/>
                  </a:cubicBezTo>
                  <a:lnTo>
                    <a:pt x="267367" y="139949"/>
                  </a:lnTo>
                  <a:cubicBezTo>
                    <a:pt x="268637" y="120559"/>
                    <a:pt x="260394" y="101763"/>
                    <a:pt x="245269" y="89562"/>
                  </a:cubicBezTo>
                  <a:cubicBezTo>
                    <a:pt x="226982" y="77093"/>
                    <a:pt x="205067" y="71061"/>
                    <a:pt x="182975" y="72417"/>
                  </a:cubicBezTo>
                  <a:lnTo>
                    <a:pt x="78772" y="72417"/>
                  </a:lnTo>
                  <a:lnTo>
                    <a:pt x="78772" y="209196"/>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7" name="Freeform: Shape 16">
              <a:extLst>
                <a:ext uri="{FF2B5EF4-FFF2-40B4-BE49-F238E27FC236}">
                  <a16:creationId xmlns:a16="http://schemas.microsoft.com/office/drawing/2014/main" id="{2F93CB37-9F90-4482-81C5-10C26B916690}"/>
                </a:ext>
              </a:extLst>
            </p:cNvPr>
            <p:cNvSpPr/>
            <p:nvPr/>
          </p:nvSpPr>
          <p:spPr>
            <a:xfrm>
              <a:off x="-3862578" y="5009827"/>
              <a:ext cx="323850" cy="428625"/>
            </a:xfrm>
            <a:custGeom>
              <a:avLst/>
              <a:gdLst>
                <a:gd name="connsiteX0" fmla="*/ 177165 w 323850"/>
                <a:gd name="connsiteY0" fmla="*/ 425606 h 428625"/>
                <a:gd name="connsiteX1" fmla="*/ 86963 w 323850"/>
                <a:gd name="connsiteY1" fmla="*/ 409605 h 428625"/>
                <a:gd name="connsiteX2" fmla="*/ 7144 w 323850"/>
                <a:gd name="connsiteY2" fmla="*/ 360455 h 428625"/>
                <a:gd name="connsiteX3" fmla="*/ 68199 w 323850"/>
                <a:gd name="connsiteY3" fmla="*/ 323784 h 428625"/>
                <a:gd name="connsiteX4" fmla="*/ 68866 w 323850"/>
                <a:gd name="connsiteY4" fmla="*/ 323784 h 428625"/>
                <a:gd name="connsiteX5" fmla="*/ 110490 w 323850"/>
                <a:gd name="connsiteY5" fmla="*/ 348263 h 428625"/>
                <a:gd name="connsiteX6" fmla="*/ 178879 w 323850"/>
                <a:gd name="connsiteY6" fmla="*/ 361980 h 428625"/>
                <a:gd name="connsiteX7" fmla="*/ 231648 w 323850"/>
                <a:gd name="connsiteY7" fmla="*/ 347692 h 428625"/>
                <a:gd name="connsiteX8" fmla="*/ 250698 w 323850"/>
                <a:gd name="connsiteY8" fmla="*/ 310735 h 428625"/>
                <a:gd name="connsiteX9" fmla="*/ 250698 w 323850"/>
                <a:gd name="connsiteY9" fmla="*/ 309592 h 428625"/>
                <a:gd name="connsiteX10" fmla="*/ 246983 w 323850"/>
                <a:gd name="connsiteY10" fmla="*/ 290066 h 428625"/>
                <a:gd name="connsiteX11" fmla="*/ 233077 w 323850"/>
                <a:gd name="connsiteY11" fmla="*/ 274349 h 428625"/>
                <a:gd name="connsiteX12" fmla="*/ 205073 w 323850"/>
                <a:gd name="connsiteY12" fmla="*/ 260348 h 428625"/>
                <a:gd name="connsiteX13" fmla="*/ 158877 w 323850"/>
                <a:gd name="connsiteY13" fmla="*/ 247584 h 428625"/>
                <a:gd name="connsiteX14" fmla="*/ 100965 w 323850"/>
                <a:gd name="connsiteY14" fmla="*/ 230439 h 428625"/>
                <a:gd name="connsiteX15" fmla="*/ 58388 w 323850"/>
                <a:gd name="connsiteY15" fmla="*/ 207103 h 428625"/>
                <a:gd name="connsiteX16" fmla="*/ 32194 w 323850"/>
                <a:gd name="connsiteY16" fmla="*/ 173670 h 428625"/>
                <a:gd name="connsiteX17" fmla="*/ 23241 w 323850"/>
                <a:gd name="connsiteY17" fmla="*/ 126045 h 428625"/>
                <a:gd name="connsiteX18" fmla="*/ 23241 w 323850"/>
                <a:gd name="connsiteY18" fmla="*/ 124902 h 428625"/>
                <a:gd name="connsiteX19" fmla="*/ 33719 w 323850"/>
                <a:gd name="connsiteY19" fmla="*/ 77277 h 428625"/>
                <a:gd name="connsiteX20" fmla="*/ 62294 w 323850"/>
                <a:gd name="connsiteY20" fmla="*/ 40034 h 428625"/>
                <a:gd name="connsiteX21" fmla="*/ 106299 w 323850"/>
                <a:gd name="connsiteY21" fmla="*/ 15841 h 428625"/>
                <a:gd name="connsiteX22" fmla="*/ 162116 w 323850"/>
                <a:gd name="connsiteY22" fmla="*/ 7173 h 428625"/>
                <a:gd name="connsiteX23" fmla="*/ 242792 w 323850"/>
                <a:gd name="connsiteY23" fmla="*/ 20222 h 428625"/>
                <a:gd name="connsiteX24" fmla="*/ 310039 w 323850"/>
                <a:gd name="connsiteY24" fmla="*/ 58322 h 428625"/>
                <a:gd name="connsiteX25" fmla="*/ 246983 w 323850"/>
                <a:gd name="connsiteY25" fmla="*/ 96422 h 428625"/>
                <a:gd name="connsiteX26" fmla="*/ 245459 w 323850"/>
                <a:gd name="connsiteY26" fmla="*/ 95660 h 428625"/>
                <a:gd name="connsiteX27" fmla="*/ 216313 w 323850"/>
                <a:gd name="connsiteY27" fmla="*/ 81563 h 428625"/>
                <a:gd name="connsiteX28" fmla="*/ 160973 w 323850"/>
                <a:gd name="connsiteY28" fmla="*/ 70800 h 428625"/>
                <a:gd name="connsiteX29" fmla="*/ 112109 w 323850"/>
                <a:gd name="connsiteY29" fmla="*/ 84707 h 428625"/>
                <a:gd name="connsiteX30" fmla="*/ 94583 w 323850"/>
                <a:gd name="connsiteY30" fmla="*/ 119092 h 428625"/>
                <a:gd name="connsiteX31" fmla="*/ 94583 w 323850"/>
                <a:gd name="connsiteY31" fmla="*/ 120235 h 428625"/>
                <a:gd name="connsiteX32" fmla="*/ 98679 w 323850"/>
                <a:gd name="connsiteY32" fmla="*/ 140904 h 428625"/>
                <a:gd name="connsiteX33" fmla="*/ 113824 w 323850"/>
                <a:gd name="connsiteY33" fmla="*/ 157192 h 428625"/>
                <a:gd name="connsiteX34" fmla="*/ 143542 w 323850"/>
                <a:gd name="connsiteY34" fmla="*/ 170908 h 428625"/>
                <a:gd name="connsiteX35" fmla="*/ 191834 w 323850"/>
                <a:gd name="connsiteY35" fmla="*/ 184338 h 428625"/>
                <a:gd name="connsiteX36" fmla="*/ 248317 w 323850"/>
                <a:gd name="connsiteY36" fmla="*/ 202340 h 428625"/>
                <a:gd name="connsiteX37" fmla="*/ 289369 w 323850"/>
                <a:gd name="connsiteY37" fmla="*/ 226534 h 428625"/>
                <a:gd name="connsiteX38" fmla="*/ 314039 w 323850"/>
                <a:gd name="connsiteY38" fmla="*/ 259681 h 428625"/>
                <a:gd name="connsiteX39" fmla="*/ 322231 w 323850"/>
                <a:gd name="connsiteY39" fmla="*/ 303591 h 428625"/>
                <a:gd name="connsiteX40" fmla="*/ 322231 w 323850"/>
                <a:gd name="connsiteY40" fmla="*/ 304829 h 428625"/>
                <a:gd name="connsiteX41" fmla="*/ 311467 w 323850"/>
                <a:gd name="connsiteY41" fmla="*/ 356074 h 428625"/>
                <a:gd name="connsiteX42" fmla="*/ 281464 w 323850"/>
                <a:gd name="connsiteY42" fmla="*/ 394174 h 428625"/>
                <a:gd name="connsiteX43" fmla="*/ 235934 w 323850"/>
                <a:gd name="connsiteY43" fmla="*/ 417224 h 428625"/>
                <a:gd name="connsiteX44" fmla="*/ 177165 w 323850"/>
                <a:gd name="connsiteY44" fmla="*/ 42560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23850" h="428625">
                  <a:moveTo>
                    <a:pt x="177165" y="425606"/>
                  </a:moveTo>
                  <a:cubicBezTo>
                    <a:pt x="146382" y="425714"/>
                    <a:pt x="115831" y="420294"/>
                    <a:pt x="86963" y="409605"/>
                  </a:cubicBezTo>
                  <a:cubicBezTo>
                    <a:pt x="57459" y="398476"/>
                    <a:pt x="30363" y="381791"/>
                    <a:pt x="7144" y="360455"/>
                  </a:cubicBezTo>
                  <a:lnTo>
                    <a:pt x="68199" y="323784"/>
                  </a:lnTo>
                  <a:cubicBezTo>
                    <a:pt x="68199" y="323784"/>
                    <a:pt x="68199" y="323784"/>
                    <a:pt x="68866" y="323784"/>
                  </a:cubicBezTo>
                  <a:cubicBezTo>
                    <a:pt x="81831" y="333400"/>
                    <a:pt x="95785" y="341606"/>
                    <a:pt x="110490" y="348263"/>
                  </a:cubicBezTo>
                  <a:cubicBezTo>
                    <a:pt x="132050" y="357652"/>
                    <a:pt x="155366" y="362328"/>
                    <a:pt x="178879" y="361980"/>
                  </a:cubicBezTo>
                  <a:cubicBezTo>
                    <a:pt x="197543" y="362973"/>
                    <a:pt x="216035" y="357966"/>
                    <a:pt x="231648" y="347692"/>
                  </a:cubicBezTo>
                  <a:cubicBezTo>
                    <a:pt x="243797" y="339350"/>
                    <a:pt x="250952" y="325470"/>
                    <a:pt x="250698" y="310735"/>
                  </a:cubicBezTo>
                  <a:lnTo>
                    <a:pt x="250698" y="309592"/>
                  </a:lnTo>
                  <a:cubicBezTo>
                    <a:pt x="250847" y="302894"/>
                    <a:pt x="249581" y="296241"/>
                    <a:pt x="246983" y="290066"/>
                  </a:cubicBezTo>
                  <a:cubicBezTo>
                    <a:pt x="243715" y="283760"/>
                    <a:pt x="238938" y="278361"/>
                    <a:pt x="233077" y="274349"/>
                  </a:cubicBezTo>
                  <a:cubicBezTo>
                    <a:pt x="224454" y="268378"/>
                    <a:pt x="215025" y="263663"/>
                    <a:pt x="205073" y="260348"/>
                  </a:cubicBezTo>
                  <a:cubicBezTo>
                    <a:pt x="189931" y="255214"/>
                    <a:pt x="174507" y="250952"/>
                    <a:pt x="158877" y="247584"/>
                  </a:cubicBezTo>
                  <a:cubicBezTo>
                    <a:pt x="139212" y="243167"/>
                    <a:pt x="119865" y="237439"/>
                    <a:pt x="100965" y="230439"/>
                  </a:cubicBezTo>
                  <a:cubicBezTo>
                    <a:pt x="85654" y="224903"/>
                    <a:pt x="71292" y="217031"/>
                    <a:pt x="58388" y="207103"/>
                  </a:cubicBezTo>
                  <a:cubicBezTo>
                    <a:pt x="47128" y="198195"/>
                    <a:pt x="38150" y="186735"/>
                    <a:pt x="32194" y="173670"/>
                  </a:cubicBezTo>
                  <a:cubicBezTo>
                    <a:pt x="25866" y="158610"/>
                    <a:pt x="22814" y="142376"/>
                    <a:pt x="23241" y="126045"/>
                  </a:cubicBezTo>
                  <a:lnTo>
                    <a:pt x="23241" y="124902"/>
                  </a:lnTo>
                  <a:cubicBezTo>
                    <a:pt x="23084" y="108439"/>
                    <a:pt x="26667" y="92155"/>
                    <a:pt x="33719" y="77277"/>
                  </a:cubicBezTo>
                  <a:cubicBezTo>
                    <a:pt x="40464" y="62958"/>
                    <a:pt x="50209" y="50257"/>
                    <a:pt x="62294" y="40034"/>
                  </a:cubicBezTo>
                  <a:cubicBezTo>
                    <a:pt x="75311" y="29275"/>
                    <a:pt x="90240" y="21067"/>
                    <a:pt x="106299" y="15841"/>
                  </a:cubicBezTo>
                  <a:cubicBezTo>
                    <a:pt x="124297" y="9886"/>
                    <a:pt x="143159" y="6957"/>
                    <a:pt x="162116" y="7173"/>
                  </a:cubicBezTo>
                  <a:cubicBezTo>
                    <a:pt x="189566" y="6737"/>
                    <a:pt x="216878" y="11155"/>
                    <a:pt x="242792" y="20222"/>
                  </a:cubicBezTo>
                  <a:cubicBezTo>
                    <a:pt x="267106" y="29234"/>
                    <a:pt x="289812" y="42098"/>
                    <a:pt x="310039" y="58322"/>
                  </a:cubicBezTo>
                  <a:lnTo>
                    <a:pt x="246983" y="96422"/>
                  </a:lnTo>
                  <a:lnTo>
                    <a:pt x="245459" y="95660"/>
                  </a:lnTo>
                  <a:cubicBezTo>
                    <a:pt x="236093" y="90271"/>
                    <a:pt x="226353" y="85560"/>
                    <a:pt x="216313" y="81563"/>
                  </a:cubicBezTo>
                  <a:cubicBezTo>
                    <a:pt x="198720" y="74484"/>
                    <a:pt x="179936" y="70831"/>
                    <a:pt x="160973" y="70800"/>
                  </a:cubicBezTo>
                  <a:cubicBezTo>
                    <a:pt x="143578" y="69748"/>
                    <a:pt x="126344" y="74653"/>
                    <a:pt x="112109" y="84707"/>
                  </a:cubicBezTo>
                  <a:cubicBezTo>
                    <a:pt x="101085" y="92690"/>
                    <a:pt x="94566" y="105481"/>
                    <a:pt x="94583" y="119092"/>
                  </a:cubicBezTo>
                  <a:lnTo>
                    <a:pt x="94583" y="120235"/>
                  </a:lnTo>
                  <a:cubicBezTo>
                    <a:pt x="94474" y="127337"/>
                    <a:pt x="95870" y="134381"/>
                    <a:pt x="98679" y="140904"/>
                  </a:cubicBezTo>
                  <a:cubicBezTo>
                    <a:pt x="102108" y="147641"/>
                    <a:pt x="107354" y="153283"/>
                    <a:pt x="113824" y="157192"/>
                  </a:cubicBezTo>
                  <a:cubicBezTo>
                    <a:pt x="123126" y="162973"/>
                    <a:pt x="133108" y="167580"/>
                    <a:pt x="143542" y="170908"/>
                  </a:cubicBezTo>
                  <a:cubicBezTo>
                    <a:pt x="155924" y="175162"/>
                    <a:pt x="172021" y="179639"/>
                    <a:pt x="191834" y="184338"/>
                  </a:cubicBezTo>
                  <a:cubicBezTo>
                    <a:pt x="211040" y="189079"/>
                    <a:pt x="229909" y="195093"/>
                    <a:pt x="248317" y="202340"/>
                  </a:cubicBezTo>
                  <a:cubicBezTo>
                    <a:pt x="263233" y="208104"/>
                    <a:pt x="277101" y="216277"/>
                    <a:pt x="289369" y="226534"/>
                  </a:cubicBezTo>
                  <a:cubicBezTo>
                    <a:pt x="300024" y="235547"/>
                    <a:pt x="308464" y="246887"/>
                    <a:pt x="314039" y="259681"/>
                  </a:cubicBezTo>
                  <a:cubicBezTo>
                    <a:pt x="319741" y="273604"/>
                    <a:pt x="322529" y="288548"/>
                    <a:pt x="322231" y="303591"/>
                  </a:cubicBezTo>
                  <a:lnTo>
                    <a:pt x="322231" y="304829"/>
                  </a:lnTo>
                  <a:cubicBezTo>
                    <a:pt x="322497" y="322498"/>
                    <a:pt x="318820" y="340005"/>
                    <a:pt x="311467" y="356074"/>
                  </a:cubicBezTo>
                  <a:cubicBezTo>
                    <a:pt x="304408" y="370837"/>
                    <a:pt x="294161" y="383850"/>
                    <a:pt x="281464" y="394174"/>
                  </a:cubicBezTo>
                  <a:cubicBezTo>
                    <a:pt x="267913" y="404717"/>
                    <a:pt x="252453" y="412544"/>
                    <a:pt x="235934" y="417224"/>
                  </a:cubicBezTo>
                  <a:cubicBezTo>
                    <a:pt x="216857" y="422865"/>
                    <a:pt x="197058" y="425688"/>
                    <a:pt x="177165" y="425606"/>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grpSp>
        <p:nvGrpSpPr>
          <p:cNvPr id="2" name="Group 1">
            <a:extLst>
              <a:ext uri="{FF2B5EF4-FFF2-40B4-BE49-F238E27FC236}">
                <a16:creationId xmlns:a16="http://schemas.microsoft.com/office/drawing/2014/main" id="{D79AB743-22E3-4CAA-BED0-6EAB007C6F88}"/>
              </a:ext>
            </a:extLst>
          </p:cNvPr>
          <p:cNvGrpSpPr/>
          <p:nvPr userDrawn="1"/>
        </p:nvGrpSpPr>
        <p:grpSpPr>
          <a:xfrm>
            <a:off x="5250180" y="4888006"/>
            <a:ext cx="1691640" cy="425104"/>
            <a:chOff x="7641302" y="5435575"/>
            <a:chExt cx="1691640" cy="425104"/>
          </a:xfrm>
        </p:grpSpPr>
        <p:sp>
          <p:nvSpPr>
            <p:cNvPr id="19" name="Rectangle: Rounded Corners 18">
              <a:extLst>
                <a:ext uri="{FF2B5EF4-FFF2-40B4-BE49-F238E27FC236}">
                  <a16:creationId xmlns:a16="http://schemas.microsoft.com/office/drawing/2014/main" id="{0FAAD364-CC01-4DB6-9EDD-DFE1AB2147CA}"/>
                </a:ext>
              </a:extLst>
            </p:cNvPr>
            <p:cNvSpPr/>
            <p:nvPr/>
          </p:nvSpPr>
          <p:spPr>
            <a:xfrm>
              <a:off x="7641302" y="5435575"/>
              <a:ext cx="1691640" cy="425104"/>
            </a:xfrm>
            <a:prstGeom prst="roundRect">
              <a:avLst>
                <a:gd name="adj" fmla="val 0"/>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lIns="0" tIns="0" rIns="252000" bIns="0" rtlCol="0" anchor="ctr"/>
            <a:lstStyle/>
            <a:p>
              <a:pPr algn="ctr"/>
              <a:r>
                <a:rPr lang="fr-FR" sz="1100" b="0" i="0" spc="100" baseline="0" dirty="0">
                  <a:solidFill>
                    <a:schemeClr val="bg1"/>
                  </a:solidFill>
                  <a:latin typeface="Helvetica Neue Moyen" charset="0"/>
                </a:rPr>
                <a:t>VISIT US</a:t>
              </a:r>
            </a:p>
          </p:txBody>
        </p:sp>
        <p:sp>
          <p:nvSpPr>
            <p:cNvPr id="21" name="Graphic 30">
              <a:extLst>
                <a:ext uri="{FF2B5EF4-FFF2-40B4-BE49-F238E27FC236}">
                  <a16:creationId xmlns:a16="http://schemas.microsoft.com/office/drawing/2014/main" id="{DA2EB7B7-D6F7-4C8F-93B8-20234A9EE0BB}"/>
                </a:ext>
              </a:extLst>
            </p:cNvPr>
            <p:cNvSpPr/>
            <p:nvPr/>
          </p:nvSpPr>
          <p:spPr>
            <a:xfrm>
              <a:off x="8943182" y="5579170"/>
              <a:ext cx="79476" cy="137914"/>
            </a:xfrm>
            <a:custGeom>
              <a:avLst/>
              <a:gdLst>
                <a:gd name="connsiteX0" fmla="*/ 33604 w 323850"/>
                <a:gd name="connsiteY0" fmla="*/ 558660 h 561975"/>
                <a:gd name="connsiteX1" fmla="*/ 7144 w 323850"/>
                <a:gd name="connsiteY1" fmla="*/ 531257 h 561975"/>
                <a:gd name="connsiteX2" fmla="*/ 268910 w 323850"/>
                <a:gd name="connsiteY2" fmla="*/ 278511 h 561975"/>
                <a:gd name="connsiteX3" fmla="*/ 7391 w 323850"/>
                <a:gd name="connsiteY3" fmla="*/ 35033 h 561975"/>
                <a:gd name="connsiteX4" fmla="*/ 33357 w 323850"/>
                <a:gd name="connsiteY4" fmla="*/ 7144 h 561975"/>
                <a:gd name="connsiteX5" fmla="*/ 324288 w 323850"/>
                <a:gd name="connsiteY5" fmla="*/ 278016 h 561975"/>
                <a:gd name="connsiteX6" fmla="*/ 33604 w 323850"/>
                <a:gd name="connsiteY6" fmla="*/ 558660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850" h="561975">
                  <a:moveTo>
                    <a:pt x="33604" y="558660"/>
                  </a:moveTo>
                  <a:lnTo>
                    <a:pt x="7144" y="531257"/>
                  </a:lnTo>
                  <a:lnTo>
                    <a:pt x="268910" y="278511"/>
                  </a:lnTo>
                  <a:lnTo>
                    <a:pt x="7391" y="35033"/>
                  </a:lnTo>
                  <a:lnTo>
                    <a:pt x="33357" y="7144"/>
                  </a:lnTo>
                  <a:lnTo>
                    <a:pt x="324288" y="278016"/>
                  </a:lnTo>
                  <a:lnTo>
                    <a:pt x="33604" y="558660"/>
                  </a:lnTo>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sp>
        <p:nvSpPr>
          <p:cNvPr id="22" name="Rectangle 21">
            <a:hlinkClick r:id="rId5"/>
            <a:extLst>
              <a:ext uri="{FF2B5EF4-FFF2-40B4-BE49-F238E27FC236}">
                <a16:creationId xmlns:a16="http://schemas.microsoft.com/office/drawing/2014/main" id="{AB89052F-50A1-4BC9-8E02-36EC129B12F8}"/>
              </a:ext>
            </a:extLst>
          </p:cNvPr>
          <p:cNvSpPr/>
          <p:nvPr userDrawn="1"/>
        </p:nvSpPr>
        <p:spPr>
          <a:xfrm>
            <a:off x="5207000" y="4845050"/>
            <a:ext cx="1778000" cy="51101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i="0" dirty="0">
              <a:latin typeface="Helvetica Neue Normal" charset="0"/>
            </a:endParaRPr>
          </a:p>
        </p:txBody>
      </p:sp>
      <p:sp>
        <p:nvSpPr>
          <p:cNvPr id="23" name="Rectangle 22">
            <a:extLst>
              <a:ext uri="{FF2B5EF4-FFF2-40B4-BE49-F238E27FC236}">
                <a16:creationId xmlns:a16="http://schemas.microsoft.com/office/drawing/2014/main" id="{2D9C42D9-6359-4049-8072-3AD80D3A28AC}"/>
              </a:ext>
            </a:extLst>
          </p:cNvPr>
          <p:cNvSpPr/>
          <p:nvPr userDrawn="1"/>
        </p:nvSpPr>
        <p:spPr>
          <a:xfrm>
            <a:off x="6345600" y="3253351"/>
            <a:ext cx="231315" cy="286232"/>
          </a:xfrm>
          <a:prstGeom prst="rect">
            <a:avLst/>
          </a:prstGeom>
          <a:noFill/>
        </p:spPr>
        <p:txBody>
          <a:bodyPr wrap="square" lIns="0" rIns="0" rtlCol="0" anchor="ctr">
            <a:spAutoFit/>
          </a:bodyPr>
          <a:lstStyle/>
          <a:p>
            <a:pPr algn="just">
              <a:lnSpc>
                <a:spcPct val="140000"/>
              </a:lnSpc>
              <a:spcAft>
                <a:spcPts val="600"/>
              </a:spcAft>
            </a:pPr>
            <a:r>
              <a:rPr lang="fr-FR" sz="900" b="0" i="0" dirty="0">
                <a:solidFill>
                  <a:schemeClr val="bg1"/>
                </a:solidFill>
                <a:latin typeface="Helvetica Neue Fin" charset="0"/>
                <a:cs typeface="Helvetica Neue Fin" charset="0"/>
              </a:rPr>
              <a:t>by</a:t>
            </a:r>
          </a:p>
        </p:txBody>
      </p:sp>
    </p:spTree>
    <p:extLst>
      <p:ext uri="{BB962C8B-B14F-4D97-AF65-F5344CB8AC3E}">
        <p14:creationId xmlns:p14="http://schemas.microsoft.com/office/powerpoint/2010/main" val="87259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theme" Target="../theme/theme3.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8954BB-E5E6-9042-AB8A-C154832F8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4DF36C3-3792-1242-A43D-0B35EABAC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C95C0FB-58F2-B142-A363-F5BB86352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A817A-2ABF-6545-9497-CC28156BD2C2}" type="datetimeFigureOut">
              <a:rPr kumimoji="1" lang="zh-CN" altLang="en-US" smtClean="0"/>
              <a:t>2024/2/28</a:t>
            </a:fld>
            <a:endParaRPr kumimoji="1" lang="zh-CN" altLang="en-US"/>
          </a:p>
        </p:txBody>
      </p:sp>
      <p:sp>
        <p:nvSpPr>
          <p:cNvPr id="5" name="页脚占位符 4">
            <a:extLst>
              <a:ext uri="{FF2B5EF4-FFF2-40B4-BE49-F238E27FC236}">
                <a16:creationId xmlns:a16="http://schemas.microsoft.com/office/drawing/2014/main" id="{71843EB9-1028-5340-8C2C-7FF386FB8C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E49485E-BB4A-F741-ABF8-720E4AA86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183721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Medium" panose="020B0600000000000000" pitchFamily="34" charset="-122"/>
              </a:defRPr>
            </a:lvl1pPr>
          </a:lstStyle>
          <a:p>
            <a:fld id="{830C1C0D-9156-4A08-8AC9-3C7751C87F77}" type="datetimeFigureOut">
              <a:rPr lang="zh-CN" altLang="en-US" smtClean="0">
                <a:solidFill>
                  <a:srgbClr val="2E2E2E">
                    <a:tint val="75000"/>
                  </a:srgbClr>
                </a:solidFill>
              </a:rPr>
              <a:pPr/>
              <a:t>2024/2/28</a:t>
            </a:fld>
            <a:endParaRPr lang="zh-CN" altLang="en-US" dirty="0">
              <a:solidFill>
                <a:srgbClr val="2E2E2E">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Medium" panose="020B0600000000000000" pitchFamily="34" charset="-122"/>
              </a:defRPr>
            </a:lvl1pPr>
          </a:lstStyle>
          <a:p>
            <a:endParaRPr lang="zh-CN" altLang="en-US" dirty="0">
              <a:solidFill>
                <a:srgbClr val="2E2E2E">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Medium" panose="020B0600000000000000" pitchFamily="34" charset="-122"/>
              </a:defRPr>
            </a:lvl1pPr>
          </a:lstStyle>
          <a:p>
            <a:fld id="{E4A0E596-B858-4790-B5F1-C4278122C712}" type="slidenum">
              <a:rPr lang="zh-CN" altLang="en-US" smtClean="0">
                <a:solidFill>
                  <a:srgbClr val="2E2E2E">
                    <a:tint val="75000"/>
                  </a:srgbClr>
                </a:solidFill>
              </a:rPr>
              <a:pPr/>
              <a:t>‹#›</a:t>
            </a:fld>
            <a:endParaRPr lang="zh-CN" altLang="en-US" dirty="0">
              <a:solidFill>
                <a:srgbClr val="2E2E2E">
                  <a:tint val="75000"/>
                </a:srgbClr>
              </a:solidFill>
            </a:endParaRPr>
          </a:p>
        </p:txBody>
      </p:sp>
    </p:spTree>
    <p:extLst>
      <p:ext uri="{BB962C8B-B14F-4D97-AF65-F5344CB8AC3E}">
        <p14:creationId xmlns:p14="http://schemas.microsoft.com/office/powerpoint/2010/main" val="54980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Medium" panose="020B06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Medium" panose="020B06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Medium" panose="020B06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0C2059-8C38-4CB4-80C3-6F18F2A8F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210520878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6000" indent="-228600" algn="l" defTabSz="914400" rtl="0" eaLnBrk="1" latinLnBrk="0" hangingPunct="1">
        <a:lnSpc>
          <a:spcPct val="110000"/>
        </a:lnSpc>
        <a:spcBef>
          <a:spcPts val="0"/>
        </a:spcBef>
        <a:spcAft>
          <a:spcPts val="600"/>
        </a:spcAft>
        <a:buFont typeface="Arial" panose="020B0604020202020204" pitchFamily="34" charset="0"/>
        <a:buChar char="•"/>
        <a:defRPr kumimoji="0" lang="fr-FR" sz="3600" b="0" i="0" u="none" strike="noStrike" kern="1200" cap="none" spc="0" normalizeH="0" baseline="0" dirty="0" smtClean="0">
          <a:ln>
            <a:noFill/>
          </a:ln>
          <a:solidFill>
            <a:schemeClr val="accent1"/>
          </a:solidFill>
          <a:effectLst/>
          <a:uLnTx/>
          <a:uFillTx/>
          <a:latin typeface="Helvetica Neue Moyen" charset="0"/>
          <a:ea typeface="+mn-ea"/>
          <a:cs typeface="Helvetica Neue Moyen" charset="0"/>
        </a:defRPr>
      </a:lvl1pPr>
      <a:lvl2pPr marL="36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kumimoji="0" lang="fr-FR" sz="2000" b="0" i="0" u="none" strike="noStrike" kern="1200" cap="none" spc="0" normalizeH="0" baseline="0" dirty="0" smtClean="0">
          <a:ln>
            <a:noFill/>
          </a:ln>
          <a:solidFill>
            <a:schemeClr val="tx1"/>
          </a:solidFill>
          <a:effectLst/>
          <a:uLnTx/>
          <a:uFillTx/>
          <a:latin typeface="Helvetica Neue Moyen" charset="0"/>
          <a:ea typeface="+mn-ea"/>
          <a:cs typeface="Helvetica Neue Moyen" charset="0"/>
        </a:defRPr>
      </a:lvl2pPr>
      <a:lvl3pPr marL="36000" indent="-228600" algn="l" defTabSz="914400" rtl="0" eaLnBrk="1" latinLnBrk="0" hangingPunct="1">
        <a:lnSpc>
          <a:spcPct val="150000"/>
        </a:lnSpc>
        <a:spcBef>
          <a:spcPts val="0"/>
        </a:spcBef>
        <a:spcAft>
          <a:spcPts val="600"/>
        </a:spcAft>
        <a:buFont typeface="Arial" panose="020B0604020202020204" pitchFamily="34" charset="0"/>
        <a:buChar char="•"/>
        <a:defRPr lang="fr-FR" sz="1200" b="0" i="0" kern="1200" dirty="0" smtClean="0">
          <a:solidFill>
            <a:schemeClr val="tx1"/>
          </a:solidFill>
          <a:latin typeface="Helvetica Neue Normal" charset="0"/>
          <a:ea typeface="+mn-ea"/>
          <a:cs typeface="Helvetica Neue Normal"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47D0034-6CF2-E842-AEE9-656D45313540}"/>
              </a:ext>
            </a:extLst>
          </p:cNvPr>
          <p:cNvPicPr>
            <a:picLocks noChangeAspect="1"/>
          </p:cNvPicPr>
          <p:nvPr/>
        </p:nvPicPr>
        <p:blipFill>
          <a:blip r:embed="rId2"/>
          <a:stretch>
            <a:fillRect/>
          </a:stretch>
        </p:blipFill>
        <p:spPr>
          <a:xfrm>
            <a:off x="0" y="0"/>
            <a:ext cx="12192000" cy="6858000"/>
          </a:xfrm>
          <a:prstGeom prst="rect">
            <a:avLst/>
          </a:prstGeom>
        </p:spPr>
      </p:pic>
      <p:sp>
        <p:nvSpPr>
          <p:cNvPr id="3" name="矩形 2"/>
          <p:cNvSpPr/>
          <p:nvPr/>
        </p:nvSpPr>
        <p:spPr>
          <a:xfrm>
            <a:off x="-9331" y="13524"/>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486568" y="2542101"/>
            <a:ext cx="9818411" cy="769441"/>
          </a:xfrm>
          <a:prstGeom prst="rect">
            <a:avLst/>
          </a:prstGeom>
          <a:noFill/>
        </p:spPr>
        <p:txBody>
          <a:bodyPr wrap="square" rtlCol="0">
            <a:spAutoFit/>
          </a:bodyPr>
          <a:lstStyle/>
          <a:p>
            <a:pPr>
              <a:lnSpc>
                <a:spcPct val="100000"/>
              </a:lnSpc>
              <a:defRPr/>
            </a:pP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管理者评测反馈报告</a:t>
            </a:r>
            <a:endParaRPr kumimoji="0" lang="zh-CN" altLang="en-US" sz="4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515145" y="3356077"/>
            <a:ext cx="3348038" cy="400110"/>
          </a:xfrm>
          <a:prstGeom prst="rect">
            <a:avLst/>
          </a:prstGeom>
          <a:noFill/>
        </p:spPr>
        <p:txBody>
          <a:bodyPr wrap="square" rtlCol="0">
            <a:spAutoFit/>
          </a:bodyPr>
          <a:lstStyle/>
          <a:p>
            <a:pPr lvl="0">
              <a:defRPr/>
            </a:pPr>
            <a:r>
              <a:rPr lang="zh-CN" altLang="en-US"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周俞君 </a:t>
            </a:r>
            <a:r>
              <a:rPr lang="en-US"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Joey</a:t>
            </a:r>
            <a:endParaRPr lang="en"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endParaRPr>
          </a:p>
        </p:txBody>
      </p:sp>
      <p:cxnSp>
        <p:nvCxnSpPr>
          <p:cNvPr id="12" name="直接连接符 11"/>
          <p:cNvCxnSpPr/>
          <p:nvPr/>
        </p:nvCxnSpPr>
        <p:spPr>
          <a:xfrm>
            <a:off x="601663" y="3889735"/>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15934" y="2098571"/>
            <a:ext cx="4672515" cy="584775"/>
          </a:xfrm>
          <a:prstGeom prst="rect">
            <a:avLst/>
          </a:prstGeom>
          <a:noFill/>
        </p:spPr>
        <p:txBody>
          <a:bodyPr wrap="square" rtlCol="0">
            <a:spAutoFit/>
          </a:bodyPr>
          <a:lstStyle/>
          <a:p>
            <a:pPr>
              <a:lnSpc>
                <a:spcPct val="100000"/>
              </a:lnSpc>
              <a:defRPr/>
            </a:pPr>
            <a:r>
              <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2023</a:t>
            </a:r>
            <a:r>
              <a:rPr lang="zh-CN" altLang="en-US"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年度</a:t>
            </a:r>
            <a:endPar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endParaRPr>
          </a:p>
        </p:txBody>
      </p:sp>
      <p:sp>
        <p:nvSpPr>
          <p:cNvPr id="5" name="副标题 2">
            <a:extLst>
              <a:ext uri="{FF2B5EF4-FFF2-40B4-BE49-F238E27FC236}">
                <a16:creationId xmlns:a16="http://schemas.microsoft.com/office/drawing/2014/main" id="{DE572894-6A69-8F82-9166-7063D23A1991}"/>
              </a:ext>
            </a:extLst>
          </p:cNvPr>
          <p:cNvSpPr txBox="1">
            <a:spLocks/>
          </p:cNvSpPr>
          <p:nvPr/>
        </p:nvSpPr>
        <p:spPr>
          <a:xfrm>
            <a:off x="614498" y="4755163"/>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2024. 2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3"/>
          <a:stretch>
            <a:fillRect/>
          </a:stretch>
        </p:blipFill>
        <p:spPr>
          <a:xfrm>
            <a:off x="526865" y="1545244"/>
            <a:ext cx="2764279" cy="518302"/>
          </a:xfrm>
          <a:prstGeom prst="rect">
            <a:avLst/>
          </a:prstGeom>
        </p:spPr>
      </p:pic>
    </p:spTree>
    <p:extLst>
      <p:ext uri="{BB962C8B-B14F-4D97-AF65-F5344CB8AC3E}">
        <p14:creationId xmlns:p14="http://schemas.microsoft.com/office/powerpoint/2010/main" val="2710122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CB7E8276-D9BB-4FDF-9876-59152DCB95A8}"/>
              </a:ext>
            </a:extLst>
          </p:cNvPr>
          <p:cNvGrpSpPr/>
          <p:nvPr/>
        </p:nvGrpSpPr>
        <p:grpSpPr>
          <a:xfrm>
            <a:off x="-18414" y="-10347"/>
            <a:ext cx="5831385" cy="6868347"/>
            <a:chOff x="-18414" y="-10347"/>
            <a:chExt cx="5831385" cy="6868347"/>
          </a:xfrm>
        </p:grpSpPr>
        <p:pic>
          <p:nvPicPr>
            <p:cNvPr id="4" name="图片 3">
              <a:extLst>
                <a:ext uri="{FF2B5EF4-FFF2-40B4-BE49-F238E27FC236}">
                  <a16:creationId xmlns:a16="http://schemas.microsoft.com/office/drawing/2014/main" id="{3A8DFB27-68EB-442F-B23C-25959ACBA97E}"/>
                </a:ext>
              </a:extLst>
            </p:cNvPr>
            <p:cNvPicPr>
              <a:picLocks noChangeAspect="1"/>
            </p:cNvPicPr>
            <p:nvPr/>
          </p:nvPicPr>
          <p:blipFill rotWithShape="1">
            <a:blip r:embed="rId2">
              <a:extLst>
                <a:ext uri="{28A0092B-C50C-407E-A947-70E740481C1C}">
                  <a14:useLocalDpi xmlns:a14="http://schemas.microsoft.com/office/drawing/2010/main" val="0"/>
                </a:ext>
              </a:extLst>
            </a:blip>
            <a:srcRect l="26092" r="17356"/>
            <a:stretch/>
          </p:blipFill>
          <p:spPr>
            <a:xfrm>
              <a:off x="0" y="0"/>
              <a:ext cx="5812971" cy="6858000"/>
            </a:xfrm>
            <a:prstGeom prst="rect">
              <a:avLst/>
            </a:prstGeom>
          </p:spPr>
        </p:pic>
        <p:sp>
          <p:nvSpPr>
            <p:cNvPr id="5" name="矩形 4">
              <a:extLst>
                <a:ext uri="{FF2B5EF4-FFF2-40B4-BE49-F238E27FC236}">
                  <a16:creationId xmlns:a16="http://schemas.microsoft.com/office/drawing/2014/main" id="{994C535B-E86F-411B-A2FF-020608CA770B}"/>
                </a:ext>
              </a:extLst>
            </p:cNvPr>
            <p:cNvSpPr/>
            <p:nvPr/>
          </p:nvSpPr>
          <p:spPr>
            <a:xfrm>
              <a:off x="-18414" y="-10347"/>
              <a:ext cx="5831385" cy="68580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31" name="组合 30">
              <a:extLst>
                <a:ext uri="{FF2B5EF4-FFF2-40B4-BE49-F238E27FC236}">
                  <a16:creationId xmlns:a16="http://schemas.microsoft.com/office/drawing/2014/main" id="{EED09A58-20E6-426C-91B9-5E0FFFBEDFD0}"/>
                </a:ext>
              </a:extLst>
            </p:cNvPr>
            <p:cNvGrpSpPr/>
            <p:nvPr/>
          </p:nvGrpSpPr>
          <p:grpSpPr>
            <a:xfrm>
              <a:off x="1604735" y="2197100"/>
              <a:ext cx="2603500" cy="1790700"/>
              <a:chOff x="1778000" y="2197100"/>
              <a:chExt cx="2603500" cy="1790700"/>
            </a:xfrm>
          </p:grpSpPr>
          <p:sp>
            <p:nvSpPr>
              <p:cNvPr id="6" name="文本框 5">
                <a:extLst>
                  <a:ext uri="{FF2B5EF4-FFF2-40B4-BE49-F238E27FC236}">
                    <a16:creationId xmlns:a16="http://schemas.microsoft.com/office/drawing/2014/main" id="{890EDA6F-D32E-4FC9-8C6A-45E79CA49EE8}"/>
                  </a:ext>
                </a:extLst>
              </p:cNvPr>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目录</a:t>
                </a:r>
              </a:p>
            </p:txBody>
          </p:sp>
          <p:sp>
            <p:nvSpPr>
              <p:cNvPr id="7" name="文本框 6">
                <a:extLst>
                  <a:ext uri="{FF2B5EF4-FFF2-40B4-BE49-F238E27FC236}">
                    <a16:creationId xmlns:a16="http://schemas.microsoft.com/office/drawing/2014/main" id="{43087F94-AFF0-4127-9173-0C87DA3B0C7F}"/>
                  </a:ext>
                </a:extLst>
              </p:cNvPr>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endParaRPr>
              </a:p>
            </p:txBody>
          </p:sp>
          <p:sp>
            <p:nvSpPr>
              <p:cNvPr id="8" name="矩形 7">
                <a:extLst>
                  <a:ext uri="{FF2B5EF4-FFF2-40B4-BE49-F238E27FC236}">
                    <a16:creationId xmlns:a16="http://schemas.microsoft.com/office/drawing/2014/main" id="{ECB7567B-6F8E-4E0C-8CA9-32A3B510FE30}"/>
                  </a:ext>
                </a:extLst>
              </p:cNvPr>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grpSp>
      </p:grpSp>
      <p:pic>
        <p:nvPicPr>
          <p:cNvPr id="2" name="图片 1">
            <a:extLst>
              <a:ext uri="{FF2B5EF4-FFF2-40B4-BE49-F238E27FC236}">
                <a16:creationId xmlns:a16="http://schemas.microsoft.com/office/drawing/2014/main" id="{DA334E6B-674B-8BE0-D6CE-D1343F20C514}"/>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矩形 8">
            <a:extLst>
              <a:ext uri="{FF2B5EF4-FFF2-40B4-BE49-F238E27FC236}">
                <a16:creationId xmlns:a16="http://schemas.microsoft.com/office/drawing/2014/main" id="{38808A14-AA05-1F42-8D42-57C10D8455CA}"/>
              </a:ext>
            </a:extLst>
          </p:cNvPr>
          <p:cNvSpPr/>
          <p:nvPr/>
        </p:nvSpPr>
        <p:spPr>
          <a:xfrm>
            <a:off x="6096000" y="1446149"/>
            <a:ext cx="6096000" cy="4976234"/>
          </a:xfrm>
          <a:prstGeom prst="rect">
            <a:avLst/>
          </a:prstGeom>
        </p:spPr>
        <p:txBody>
          <a:bodyPr>
            <a:spAutoFit/>
          </a:bodyPr>
          <a:lstStyle/>
          <a:p>
            <a:pPr>
              <a:lnSpc>
                <a:spcPts val="2620"/>
              </a:lnSpc>
            </a:pPr>
            <a:r>
              <a:rPr lang="en-US" altLang="zh-CN" dirty="0">
                <a:latin typeface="Source Han Sans CN Medium" panose="020B0500000000000000" pitchFamily="34" charset="-128"/>
                <a:ea typeface="Source Han Sans CN Medium" panose="020B0500000000000000" pitchFamily="34" charset="-128"/>
              </a:rPr>
              <a:t>1.</a:t>
            </a:r>
            <a:r>
              <a:rPr lang="zh-CN" altLang="en-US" b="1" dirty="0">
                <a:latin typeface="Source Han Sans CN Medium" panose="020B0500000000000000" pitchFamily="34" charset="-128"/>
                <a:ea typeface="Source Han Sans CN Medium" panose="020B0500000000000000" pitchFamily="34" charset="-128"/>
              </a:rPr>
              <a:t>报告引言及评估框架</a:t>
            </a:r>
            <a:endParaRPr lang="en-US" altLang="zh-CN" b="1" dirty="0">
              <a:latin typeface="Source Han Sans CN Medium" panose="020B0500000000000000" pitchFamily="34" charset="-128"/>
              <a:ea typeface="Source Han Sans CN Medium" panose="020B0500000000000000" pitchFamily="34" charset="-128"/>
            </a:endParaRP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报告目的和范围</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主要评估焦点</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本次管理指标定义</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r>
              <a:rPr lang="en-US" altLang="zh-CN" dirty="0">
                <a:latin typeface="Source Han Sans CN Medium" panose="020B0500000000000000" pitchFamily="34" charset="-128"/>
                <a:ea typeface="Source Han Sans CN Medium" panose="020B0500000000000000" pitchFamily="34" charset="-128"/>
              </a:rPr>
              <a:t>2.</a:t>
            </a:r>
            <a:r>
              <a:rPr lang="zh-CN" altLang="en-US" b="1" dirty="0">
                <a:latin typeface="Source Han Sans CN Medium" panose="020B0500000000000000" pitchFamily="34" charset="-128"/>
                <a:ea typeface="Source Han Sans CN Medium" panose="020B0500000000000000" pitchFamily="34" charset="-128"/>
              </a:rPr>
              <a:t>本年度测评数据分析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管理亮点及待进步指标</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下属主观评价</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620"/>
              </a:lnSpc>
            </a:pPr>
            <a:endParaRPr lang="en-US" altLang="zh-CN" dirty="0">
              <a:latin typeface="Source Han Sans CN Medium" panose="020B0500000000000000" pitchFamily="34" charset="-128"/>
              <a:ea typeface="Source Han Sans CN Medium" panose="020B0500000000000000" pitchFamily="34" charset="-128"/>
            </a:endParaRPr>
          </a:p>
          <a:p>
            <a:pPr marL="0" lvl="1">
              <a:lnSpc>
                <a:spcPts val="2620"/>
              </a:lnSpc>
            </a:pPr>
            <a:r>
              <a:rPr lang="en-US" altLang="zh-CN" dirty="0">
                <a:latin typeface="Source Han Sans CN Medium" panose="020B0500000000000000" pitchFamily="34" charset="-128"/>
                <a:ea typeface="Source Han Sans CN Medium" panose="020B0500000000000000" pitchFamily="34" charset="-128"/>
              </a:rPr>
              <a:t>3.</a:t>
            </a:r>
            <a:r>
              <a:rPr lang="zh-CN" altLang="en-US" dirty="0">
                <a:latin typeface="Source Han Sans CN Medium" panose="020B0500000000000000" pitchFamily="34" charset="-128"/>
                <a:ea typeface="Source Han Sans CN Medium" panose="020B0500000000000000" pitchFamily="34" charset="-128"/>
              </a:rPr>
              <a:t> </a:t>
            </a:r>
            <a:r>
              <a:rPr lang="zh-CN" altLang="en-US" b="1" dirty="0">
                <a:latin typeface="Source Han Sans CN Medium" panose="020B0500000000000000" pitchFamily="34" charset="-128"/>
                <a:ea typeface="Source Han Sans CN Medium" panose="020B0500000000000000" pitchFamily="34" charset="-128"/>
              </a:rPr>
              <a:t>本年度他评</a:t>
            </a:r>
            <a:r>
              <a:rPr lang="en-US" altLang="zh-CN" b="1" dirty="0">
                <a:latin typeface="Source Han Sans CN Medium" panose="020B0500000000000000" pitchFamily="34" charset="-128"/>
                <a:ea typeface="Source Han Sans CN Medium" panose="020B0500000000000000" pitchFamily="34" charset="-128"/>
              </a:rPr>
              <a:t>-</a:t>
            </a:r>
            <a:r>
              <a:rPr lang="zh-CN" altLang="en-US" b="1" dirty="0">
                <a:latin typeface="Source Han Sans CN Medium" panose="020B0500000000000000" pitchFamily="34" charset="-128"/>
                <a:ea typeface="Source Han Sans CN Medium" panose="020B0500000000000000" pitchFamily="34" charset="-128"/>
              </a:rPr>
              <a:t>自评四象限反馈</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他评</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r>
              <a:rPr lang="zh-CN" altLang="en-US" dirty="0">
                <a:solidFill>
                  <a:srgbClr val="374151"/>
                </a:solidFill>
                <a:latin typeface="Source Han Sans CN Medium" panose="020B0500000000000000" pitchFamily="34" charset="-128"/>
                <a:ea typeface="Source Han Sans CN Medium" panose="020B0500000000000000" pitchFamily="34" charset="-128"/>
              </a:rPr>
              <a:t>自评结果分析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关键发现和洞见</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需要注意的低分维度</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320"/>
              </a:lnSpc>
            </a:pPr>
            <a:endParaRPr lang="zh-CN" altLang="en-US" dirty="0">
              <a:solidFill>
                <a:srgbClr val="374151"/>
              </a:solidFill>
              <a:latin typeface="Source Han Sans CN Medium" panose="020B0500000000000000" pitchFamily="34" charset="-128"/>
              <a:ea typeface="Source Han Sans CN Medium" panose="020B0500000000000000" pitchFamily="34" charset="-128"/>
            </a:endParaRPr>
          </a:p>
          <a:p>
            <a:pPr>
              <a:lnSpc>
                <a:spcPts val="2320"/>
              </a:lnSpc>
            </a:pPr>
            <a:endParaRPr lang="zh-CN" altLang="en-US" dirty="0">
              <a:solidFill>
                <a:srgbClr val="374151"/>
              </a:solidFill>
              <a:effectLst/>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1788535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7" name="矩形 6">
            <a:extLst>
              <a:ext uri="{FF2B5EF4-FFF2-40B4-BE49-F238E27FC236}">
                <a16:creationId xmlns:a16="http://schemas.microsoft.com/office/drawing/2014/main" id="{2111AA29-9672-054A-845F-B02931028460}"/>
              </a:ext>
            </a:extLst>
          </p:cNvPr>
          <p:cNvSpPr/>
          <p:nvPr/>
        </p:nvSpPr>
        <p:spPr>
          <a:xfrm>
            <a:off x="258618" y="1215871"/>
            <a:ext cx="11539372" cy="4092211"/>
          </a:xfrm>
          <a:prstGeom prst="rect">
            <a:avLst/>
          </a:prstGeom>
        </p:spPr>
        <p:txBody>
          <a:bodyPr wrap="square">
            <a:spAutoFit/>
          </a:bodyPr>
          <a:lstStyle/>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报告目的和范围</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目的：本报告旨在为海外</a:t>
            </a:r>
            <a:r>
              <a:rPr lang="en-US" altLang="zh-CN" sz="1600" dirty="0">
                <a:solidFill>
                  <a:srgbClr val="374151"/>
                </a:solidFill>
                <a:latin typeface="Source Han Sans CN Normal" panose="020B0400000000000000" pitchFamily="34" charset="-128"/>
                <a:ea typeface="Source Han Sans CN Normal" panose="020B0400000000000000" pitchFamily="34" charset="-128"/>
              </a:rPr>
              <a:t>CM</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管理者提供一个从下往上看的视角，以了解您的下属如何看待您在过去一年的管理表现。通过集成下属的反馈，帮助您更好地认识自己的管理风格和效果，并指出您在团队管理中的优势和改进领域。</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范围：评估将涵盖各项关键管理指标</a:t>
            </a:r>
            <a:r>
              <a:rPr lang="zh-CN" altLang="en" sz="1600" dirty="0">
                <a:solidFill>
                  <a:srgbClr val="374151"/>
                </a:solidFill>
                <a:latin typeface="Source Han Sans CN Normal" panose="020B0400000000000000" pitchFamily="34" charset="-128"/>
                <a:ea typeface="Source Han Sans CN Normal" panose="020B0400000000000000" pitchFamily="34" charset="-128"/>
              </a:rPr>
              <a:t>、</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团队成员主客观反馈、以及您的自我评估。未来我们还将对比过往管理数据，以揭示您管理表现的趋势和发展。</a:t>
            </a: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主要评估焦点</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管理指标：关注您在关键管理领域（如管事、管人、管自己等）和价值观的表现。</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团队反馈：分析团队成员对您管理动作和风格的反馈，包括如何培养及授权团队成员、团队氛围构建，以及如何进行有效沟通和反馈。</a:t>
            </a:r>
            <a:endParaRPr lang="en-US" altLang="zh-CN" sz="1600" dirty="0">
              <a:solidFill>
                <a:srgbClr val="374151"/>
              </a:solidFill>
              <a:latin typeface="Source Han Sans CN Normal" panose="020B0400000000000000" pitchFamily="34" charset="-128"/>
              <a:ea typeface="Source Han Sans CN Normal" panose="020B0400000000000000" pitchFamily="34" charset="-128"/>
            </a:endParaRP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本次管理指标定义</a:t>
            </a:r>
            <a:endParaRPr lang="en-US" altLang="zh-CN" sz="1600" b="1" dirty="0">
              <a:solidFill>
                <a:srgbClr val="374151"/>
              </a:solidFill>
              <a:latin typeface="Source Han Sans CN Normal" panose="020B0400000000000000" pitchFamily="34" charset="-128"/>
              <a:ea typeface="Source Han Sans CN Normal" panose="020B0400000000000000" pitchFamily="34" charset="-128"/>
            </a:endParaRP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指标说明：描述所使用的管理指标及其在评估中的作用和重要性。</a:t>
            </a:r>
          </a:p>
        </p:txBody>
      </p:sp>
    </p:spTree>
    <p:extLst>
      <p:ext uri="{BB962C8B-B14F-4D97-AF65-F5344CB8AC3E}">
        <p14:creationId xmlns:p14="http://schemas.microsoft.com/office/powerpoint/2010/main" val="310075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5B574845-C2B0-3442-AAEF-BAD2C336F62F}"/>
              </a:ext>
            </a:extLst>
          </p:cNvPr>
          <p:cNvGraphicFramePr>
            <a:graphicFrameLocks noGrp="1"/>
          </p:cNvGraphicFramePr>
          <p:nvPr>
            <p:extLst>
              <p:ext uri="{D42A27DB-BD31-4B8C-83A1-F6EECF244321}">
                <p14:modId xmlns:p14="http://schemas.microsoft.com/office/powerpoint/2010/main" val="2375517330"/>
              </p:ext>
            </p:extLst>
          </p:nvPr>
        </p:nvGraphicFramePr>
        <p:xfrm>
          <a:off x="300805" y="1308772"/>
          <a:ext cx="11602724" cy="4351338"/>
        </p:xfrm>
        <a:graphic>
          <a:graphicData uri="http://schemas.openxmlformats.org/drawingml/2006/table">
            <a:tbl>
              <a:tblPr>
                <a:solidFill>
                  <a:schemeClr val="accent5">
                    <a:lumMod val="20000"/>
                    <a:lumOff val="80000"/>
                  </a:schemeClr>
                </a:solidFill>
                <a:tableStyleId>{5940675A-B579-460E-94D1-54222C63F5DA}</a:tableStyleId>
              </a:tblPr>
              <a:tblGrid>
                <a:gridCol w="1291231">
                  <a:extLst>
                    <a:ext uri="{9D8B030D-6E8A-4147-A177-3AD203B41FA5}">
                      <a16:colId xmlns:a16="http://schemas.microsoft.com/office/drawing/2014/main" val="2831775572"/>
                    </a:ext>
                  </a:extLst>
                </a:gridCol>
                <a:gridCol w="10311493">
                  <a:extLst>
                    <a:ext uri="{9D8B030D-6E8A-4147-A177-3AD203B41FA5}">
                      <a16:colId xmlns:a16="http://schemas.microsoft.com/office/drawing/2014/main" val="1012389978"/>
                    </a:ext>
                  </a:extLst>
                </a:gridCol>
              </a:tblGrid>
              <a:tr h="842032">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业务熟悉度</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对外迅速捕捉到行业的变化趋势且能够促使业务决策与行业趋势机会相融合；</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对内公司现在的业务有敏锐的信息捕捉，能够对公司重点业务的情况、发展和变化有深度的理解。</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886138"/>
                  </a:ext>
                </a:extLst>
              </a:tr>
              <a:tr h="660516">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全局意识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Microsoft YaHei" panose="020B0503020204020204" pitchFamily="34" charset="-122"/>
                          <a:ea typeface="Microsoft YaHei" panose="020B0503020204020204" pitchFamily="34" charset="-122"/>
                        </a:rPr>
                        <a:t>在跨文化环境中考虑资源分配和目标设定，结合公司总部和当地业务的双重视角，制定和实施有效战略。本位做事，越位思考，能站在组织更高一层的视野范围内看待和思考问题</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4479514"/>
                  </a:ext>
                </a:extLst>
              </a:tr>
              <a:tr h="751274">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整体筹划</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能够筹划所负责的业务、组织与人才的布局，规划关键项目的节奏、考虑资源的搭配组合；</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有能力带领团队影响协作部门让目标落地，而不仅仅是停留在思考层面。</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0231889"/>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优先级意识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能够把控主次、有明确的优先级意识，梳理出最为重要且紧急的事情，并坚持贯彻对优先级的判断，不动摇。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768425"/>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果断决策</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在决策过程中，能充分理解当地文化和市场特性，快速分析现有情况的利弊，决策果断，不拖泥带水，敢于承担责任。</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1454247"/>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过程管理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注意对工作进程的跟踪，并关注下属的工作进程，经常听取信息反馈，并给与指导性的帮助；</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能够及时获得信息反馈，迅速调整方案和策略。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4586840"/>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总结复盘</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有意识带领团队成员进行项目复盘，能抓住问题本质，制定明确有效的改进方案并输出方法论用于应对同类型工作。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8833802"/>
                  </a:ext>
                </a:extLst>
              </a:tr>
            </a:tbl>
          </a:graphicData>
        </a:graphic>
      </p:graphicFrame>
      <p:sp>
        <p:nvSpPr>
          <p:cNvPr id="2" name="矩形 1">
            <a:extLst>
              <a:ext uri="{FF2B5EF4-FFF2-40B4-BE49-F238E27FC236}">
                <a16:creationId xmlns:a16="http://schemas.microsoft.com/office/drawing/2014/main" id="{3459A530-27C2-0644-A075-03687C52700A}"/>
              </a:ext>
            </a:extLst>
          </p:cNvPr>
          <p:cNvSpPr/>
          <p:nvPr/>
        </p:nvSpPr>
        <p:spPr>
          <a:xfrm>
            <a:off x="5461974" y="6119945"/>
            <a:ext cx="1268051"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管理业务</a:t>
            </a:r>
            <a:endParaRPr lang="zh-CN" altLang="en-US" dirty="0">
              <a:solidFill>
                <a:srgbClr val="0070C1"/>
              </a:solidFill>
            </a:endParaRPr>
          </a:p>
        </p:txBody>
      </p:sp>
    </p:spTree>
    <p:extLst>
      <p:ext uri="{BB962C8B-B14F-4D97-AF65-F5344CB8AC3E}">
        <p14:creationId xmlns:p14="http://schemas.microsoft.com/office/powerpoint/2010/main" val="235782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2" name="矩形 1">
            <a:extLst>
              <a:ext uri="{FF2B5EF4-FFF2-40B4-BE49-F238E27FC236}">
                <a16:creationId xmlns:a16="http://schemas.microsoft.com/office/drawing/2014/main" id="{3459A530-27C2-0644-A075-03687C52700A}"/>
              </a:ext>
            </a:extLst>
          </p:cNvPr>
          <p:cNvSpPr/>
          <p:nvPr/>
        </p:nvSpPr>
        <p:spPr>
          <a:xfrm>
            <a:off x="5130357" y="606266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管理团队个人</a:t>
            </a:r>
            <a:endParaRPr lang="zh-CN" altLang="en-US" dirty="0">
              <a:solidFill>
                <a:srgbClr val="0070C1"/>
              </a:solidFill>
            </a:endParaRPr>
          </a:p>
        </p:txBody>
      </p:sp>
      <p:graphicFrame>
        <p:nvGraphicFramePr>
          <p:cNvPr id="7" name="表格 6">
            <a:extLst>
              <a:ext uri="{FF2B5EF4-FFF2-40B4-BE49-F238E27FC236}">
                <a16:creationId xmlns:a16="http://schemas.microsoft.com/office/drawing/2014/main" id="{328D350A-9F90-744F-BF48-2D51F9E6E0AA}"/>
              </a:ext>
            </a:extLst>
          </p:cNvPr>
          <p:cNvGraphicFramePr>
            <a:graphicFrameLocks noGrp="1"/>
          </p:cNvGraphicFramePr>
          <p:nvPr>
            <p:extLst>
              <p:ext uri="{D42A27DB-BD31-4B8C-83A1-F6EECF244321}">
                <p14:modId xmlns:p14="http://schemas.microsoft.com/office/powerpoint/2010/main" val="2250288165"/>
              </p:ext>
            </p:extLst>
          </p:nvPr>
        </p:nvGraphicFramePr>
        <p:xfrm>
          <a:off x="285268" y="966925"/>
          <a:ext cx="11621464" cy="5095737"/>
        </p:xfrm>
        <a:graphic>
          <a:graphicData uri="http://schemas.openxmlformats.org/drawingml/2006/table">
            <a:tbl>
              <a:tblPr/>
              <a:tblGrid>
                <a:gridCol w="1244565">
                  <a:extLst>
                    <a:ext uri="{9D8B030D-6E8A-4147-A177-3AD203B41FA5}">
                      <a16:colId xmlns:a16="http://schemas.microsoft.com/office/drawing/2014/main" val="1213464472"/>
                    </a:ext>
                  </a:extLst>
                </a:gridCol>
                <a:gridCol w="10376899">
                  <a:extLst>
                    <a:ext uri="{9D8B030D-6E8A-4147-A177-3AD203B41FA5}">
                      <a16:colId xmlns:a16="http://schemas.microsoft.com/office/drawing/2014/main" val="3231563997"/>
                    </a:ext>
                  </a:extLst>
                </a:gridCol>
              </a:tblGrid>
              <a:tr h="255084">
                <a:tc>
                  <a:txBody>
                    <a:bodyPr/>
                    <a:lstStyle/>
                    <a:p>
                      <a:pPr algn="ctr"/>
                      <a:r>
                        <a:rPr lang="zh-CN" altLang="en-US" sz="12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战略传达</a:t>
                      </a: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管理者定期向下传达公司及部门战略，确保团队成员清晰了解公司及部门战略并鼓励互动和反馈，激发团队成员的信心和参与感。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92166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梯队建设</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拥有在团队管理中对人才的布局意识，合理搭建人才梯队；让团队拥有十足的活力与抗风险性，</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并且能够持续让团队成员不断成长进步。</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6008961"/>
                  </a:ext>
                </a:extLst>
              </a:tr>
              <a:tr h="637279">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团队氛围</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一个与公司文化紧密相连且深植于当地文化的团队氛围，运用良好的组织氛围吸引与黏合团队内成员，让团队更具有凝聚力与归属感；注重员工个人学习成长，善于分享并鼓励团队内成员学习分享，有意打造团队内学习氛围。</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5263698"/>
                  </a:ext>
                </a:extLst>
              </a:tr>
              <a:tr h="774657">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公正公平</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公正地评价员工，共同的价值观是对员工做出公正评价的基础。对员工绩效做出公正评价的依据。公平地对待员工，为每位员工的发展提供公平的机会和条件能够做到坚持公平合理的利益分配尺度，保证组织成员的基本权利和正当利益。</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752777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知人善任</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理解并尊重员工的多元文化背景，发掘和利用员工的潜力和优势，为员工提供适宜的工作和发展机会。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462661"/>
                  </a:ext>
                </a:extLst>
              </a:tr>
              <a:tr h="431213">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授权意识</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能够给下属提供成长的机会并且进行有效的授权，提供一个让下属主动成长被认可且被发现的平台，促使更多的主动性产生。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884119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及时反馈</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创建沟通反馈渠道，对下属的工作及时给予反馈（正反馈和负反馈）。正反馈：能够通过不同的方式激励下属，让激励时刻有效。负反馈：让下属及时了解不足，及时改正。帮助下属扬长避短。</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69933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换位思考</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尝试从对方的接角度和立场考虑问题，设身处地去感受和体谅他人，并以此作为处理工作中人际关系，解决沟通问题的基础。</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6418614"/>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向下辅导</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能够制定团队的成长目标，对人的培养与带教尽心尽力，通过有效的成长机制创造团队学习的氛围，</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并且给予充足的引导或成长机会。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692150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容错力</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在下属遇到困难或错误时，提供支持和指导，而非简单责备。对下属的错误采取建设性的态度，将其视为学习机会而非惩罚的机会，鼓励下属从中吸取经验教训，共同成长。</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7674812"/>
                  </a:ext>
                </a:extLst>
              </a:tr>
            </a:tbl>
          </a:graphicData>
        </a:graphic>
      </p:graphicFrame>
    </p:spTree>
    <p:extLst>
      <p:ext uri="{BB962C8B-B14F-4D97-AF65-F5344CB8AC3E}">
        <p14:creationId xmlns:p14="http://schemas.microsoft.com/office/powerpoint/2010/main" val="420418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9A81485A-14F9-2E4E-9C16-A14B0FDA0361}"/>
              </a:ext>
            </a:extLst>
          </p:cNvPr>
          <p:cNvGraphicFramePr>
            <a:graphicFrameLocks noGrp="1"/>
          </p:cNvGraphicFramePr>
          <p:nvPr>
            <p:extLst>
              <p:ext uri="{D42A27DB-BD31-4B8C-83A1-F6EECF244321}">
                <p14:modId xmlns:p14="http://schemas.microsoft.com/office/powerpoint/2010/main" val="2130767435"/>
              </p:ext>
            </p:extLst>
          </p:nvPr>
        </p:nvGraphicFramePr>
        <p:xfrm>
          <a:off x="300678" y="921831"/>
          <a:ext cx="11590642" cy="5281398"/>
        </p:xfrm>
        <a:graphic>
          <a:graphicData uri="http://schemas.openxmlformats.org/drawingml/2006/table">
            <a:tbl>
              <a:tblPr/>
              <a:tblGrid>
                <a:gridCol w="1254840">
                  <a:extLst>
                    <a:ext uri="{9D8B030D-6E8A-4147-A177-3AD203B41FA5}">
                      <a16:colId xmlns:a16="http://schemas.microsoft.com/office/drawing/2014/main" val="2307638959"/>
                    </a:ext>
                  </a:extLst>
                </a:gridCol>
                <a:gridCol w="10335802">
                  <a:extLst>
                    <a:ext uri="{9D8B030D-6E8A-4147-A177-3AD203B41FA5}">
                      <a16:colId xmlns:a16="http://schemas.microsoft.com/office/drawing/2014/main" val="3980584429"/>
                    </a:ext>
                  </a:extLst>
                </a:gridCol>
              </a:tblGrid>
              <a:tr h="446961">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创新能力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富有创造性思维；﻿按照惯例处理问题遇到阻碍时，摒弃原有的固化思维，能以创新的角度思考问题，在解决问题时常有新点子，新想法。</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678387"/>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学习能力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能通过各种渠道学习新知识、吸取各种经验、增加学识、提高技能并学以致用；</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当工作内容发生变化时，积极主动地通过学习来弥补自己所缺的知识与技能。</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094588"/>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自省</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能够阶段性自我反省，复盘自己过去的行为、结果和态度，让自己能够客观的认识自己，</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并且能够接纳他人的建议，开放坦诚的面对他人的反馈，并因此受益。</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5215060"/>
                  </a:ext>
                </a:extLst>
              </a:tr>
              <a:tr h="436156">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影响力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令人信服，在员工中有良好口碑，获得大多数人的支持，能为员工描绘个人发展蓝图。</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6001375"/>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适应多元文化</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深入理解和尊重多元文化背景，适应不同文化社会习俗、工作方式和沟通风格，有效沟通和协作。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1476943"/>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本地化策略</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制定和执行符合当地实际情况的策略和决策，理解当地市场特性，有效利用本地资源，根据地区特点调整管理和运营策略。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5125065"/>
                  </a:ext>
                </a:extLst>
              </a:tr>
              <a:tr h="601435">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沟通协调</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妥善处理组织内与上级、同级以及下级之间的关系，促成相互理解，获得支持与配合，特别是与公司总部的沟通和协调，适应多样文化，确保信息在不同文化背景间准确传达，建立和维护高效、透明的沟通渠道。</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7018691"/>
                  </a:ext>
                </a:extLst>
              </a:tr>
              <a:tr h="518794">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情绪管理</a:t>
                      </a:r>
                      <a:br>
                        <a:rPr lang="en-US" altLang="zh-CN"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br>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抗压</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对于高压的工作能够有稳定的情绪，不让情绪左右对工作的理性判断，对于压力有较强的适应性，能够随时应变紧急且重要的事情，不慌乱。</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5977388"/>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榜样意识</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激情满怀，身先士卒，以身作则，使行动与共同的理念保持一致，为他人梳理榜样，感召他人为共同的愿景奋斗。</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8911903"/>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目标感</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对预定目标保持强烈关注，工作中时刻以既定目标作为衡量工作成效的主要依据，重点关注提高绩效、实现目标。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0442820"/>
                  </a:ext>
                </a:extLst>
              </a:tr>
            </a:tbl>
          </a:graphicData>
        </a:graphic>
      </p:graphicFrame>
      <p:sp>
        <p:nvSpPr>
          <p:cNvPr id="10" name="矩形 9">
            <a:extLst>
              <a:ext uri="{FF2B5EF4-FFF2-40B4-BE49-F238E27FC236}">
                <a16:creationId xmlns:a16="http://schemas.microsoft.com/office/drawing/2014/main" id="{003EEFA6-69B5-B14D-91A7-DE1415013ECA}"/>
              </a:ext>
            </a:extLst>
          </p:cNvPr>
          <p:cNvSpPr/>
          <p:nvPr/>
        </p:nvSpPr>
        <p:spPr>
          <a:xfrm>
            <a:off x="5130357" y="627523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管理者综合素质</a:t>
            </a:r>
            <a:endParaRPr lang="zh-CN" altLang="en-US" dirty="0">
              <a:solidFill>
                <a:srgbClr val="0070C1"/>
              </a:solidFill>
            </a:endParaRPr>
          </a:p>
        </p:txBody>
      </p:sp>
    </p:spTree>
    <p:extLst>
      <p:ext uri="{BB962C8B-B14F-4D97-AF65-F5344CB8AC3E}">
        <p14:creationId xmlns:p14="http://schemas.microsoft.com/office/powerpoint/2010/main" val="2164323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管理亮点及待进步指标</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cxnSp>
        <p:nvCxnSpPr>
          <p:cNvPr id="15" name="直线连接符 14">
            <a:extLst>
              <a:ext uri="{FF2B5EF4-FFF2-40B4-BE49-F238E27FC236}">
                <a16:creationId xmlns:a16="http://schemas.microsoft.com/office/drawing/2014/main" id="{585497CA-F72B-7CDD-AB36-6495A08934B4}"/>
              </a:ext>
            </a:extLst>
          </p:cNvPr>
          <p:cNvCxnSpPr/>
          <p:nvPr/>
        </p:nvCxnSpPr>
        <p:spPr>
          <a:xfrm>
            <a:off x="6096000" y="959783"/>
            <a:ext cx="0" cy="560012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 name="图片 5">
            <a:extLst>
              <a:ext uri="{FF2B5EF4-FFF2-40B4-BE49-F238E27FC236}">
                <a16:creationId xmlns:a16="http://schemas.microsoft.com/office/drawing/2014/main" id="{9B5F9DC2-A858-3A40-A467-C8C1CB8710C2}"/>
              </a:ext>
            </a:extLst>
          </p:cNvPr>
          <p:cNvPicPr>
            <a:picLocks noChangeAspect="1"/>
          </p:cNvPicPr>
          <p:nvPr/>
        </p:nvPicPr>
        <p:blipFill>
          <a:blip r:embed="rId4"/>
          <a:stretch>
            <a:fillRect/>
          </a:stretch>
        </p:blipFill>
        <p:spPr>
          <a:xfrm>
            <a:off x="258617" y="1139845"/>
            <a:ext cx="5549394" cy="4904116"/>
          </a:xfrm>
          <a:prstGeom prst="rect">
            <a:avLst/>
          </a:prstGeom>
        </p:spPr>
      </p:pic>
      <p:pic>
        <p:nvPicPr>
          <p:cNvPr id="7" name="图片 6">
            <a:extLst>
              <a:ext uri="{FF2B5EF4-FFF2-40B4-BE49-F238E27FC236}">
                <a16:creationId xmlns:a16="http://schemas.microsoft.com/office/drawing/2014/main" id="{9AF2015D-39BB-CD41-A759-4F62368911B5}"/>
              </a:ext>
            </a:extLst>
          </p:cNvPr>
          <p:cNvPicPr>
            <a:picLocks noChangeAspect="1"/>
          </p:cNvPicPr>
          <p:nvPr/>
        </p:nvPicPr>
        <p:blipFill>
          <a:blip r:embed="rId5"/>
          <a:stretch>
            <a:fillRect/>
          </a:stretch>
        </p:blipFill>
        <p:spPr>
          <a:xfrm>
            <a:off x="6383989" y="1128694"/>
            <a:ext cx="5549381" cy="5184290"/>
          </a:xfrm>
          <a:prstGeom prst="rect">
            <a:avLst/>
          </a:prstGeom>
        </p:spPr>
      </p:pic>
      <p:sp>
        <p:nvSpPr>
          <p:cNvPr id="10" name="矩形 9">
            <a:extLst>
              <a:ext uri="{FF2B5EF4-FFF2-40B4-BE49-F238E27FC236}">
                <a16:creationId xmlns:a16="http://schemas.microsoft.com/office/drawing/2014/main" id="{3F794BB7-4A1E-7149-8CD9-EB8738E2FF97}"/>
              </a:ext>
            </a:extLst>
          </p:cNvPr>
          <p:cNvSpPr/>
          <p:nvPr/>
        </p:nvSpPr>
        <p:spPr>
          <a:xfrm>
            <a:off x="258617" y="6611779"/>
            <a:ext cx="3602634" cy="246221"/>
          </a:xfrm>
          <a:prstGeom prst="rect">
            <a:avLst/>
          </a:prstGeom>
        </p:spPr>
        <p:txBody>
          <a:bodyPr wrap="square">
            <a:spAutoFit/>
          </a:bodyPr>
          <a:lstStyle/>
          <a:p>
            <a:pPr algn="dist"/>
            <a:r>
              <a:rPr lang="zh-CN" altLang="en-US" sz="1000" b="1" dirty="0">
                <a:solidFill>
                  <a:schemeClr val="bg2">
                    <a:lumMod val="25000"/>
                  </a:schemeClr>
                </a:solidFill>
                <a:latin typeface="Source Han Sans CN" panose="020B0500000000000000" pitchFamily="34" charset="-128"/>
                <a:ea typeface="Source Han Sans CN" panose="020B0500000000000000" pitchFamily="34" charset="-128"/>
              </a:rPr>
              <a:t>注：仅包括管理维度数据统计价值观维度不在此范围内</a:t>
            </a:r>
            <a:endParaRPr lang="zh-CN" altLang="en-US" sz="1000" dirty="0">
              <a:solidFill>
                <a:schemeClr val="bg2">
                  <a:lumMod val="25000"/>
                </a:schemeClr>
              </a:solidFill>
            </a:endParaRPr>
          </a:p>
        </p:txBody>
      </p:sp>
    </p:spTree>
    <p:extLst>
      <p:ext uri="{BB962C8B-B14F-4D97-AF65-F5344CB8AC3E}">
        <p14:creationId xmlns:p14="http://schemas.microsoft.com/office/powerpoint/2010/main" val="113564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461542"/>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Deeply understands and respects diverse cultural background of the business, She is also passionate and leads by example.</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Joey is a good leader and manager, a very good </a:t>
            </a:r>
            <a:r>
              <a:rPr lang="en" altLang="zh-CN" sz="1600" dirty="0" err="1">
                <a:latin typeface="Source Han Sans CN Normal" panose="020B0400000000000000" pitchFamily="34" charset="-128"/>
                <a:ea typeface="Source Han Sans CN Normal" panose="020B0400000000000000" pitchFamily="34" charset="-128"/>
              </a:rPr>
              <a:t>communicator,hard</a:t>
            </a:r>
            <a:r>
              <a:rPr lang="en" altLang="zh-CN" sz="1600" dirty="0">
                <a:latin typeface="Source Han Sans CN Normal" panose="020B0400000000000000" pitchFamily="34" charset="-128"/>
                <a:ea typeface="Source Han Sans CN Normal" panose="020B0400000000000000" pitchFamily="34" charset="-128"/>
              </a:rPr>
              <a:t> working and a good team </a:t>
            </a:r>
            <a:r>
              <a:rPr lang="en" altLang="zh-CN" sz="1600" dirty="0" err="1">
                <a:latin typeface="Source Han Sans CN Normal" panose="020B0400000000000000" pitchFamily="34" charset="-128"/>
                <a:ea typeface="Source Han Sans CN Normal" panose="020B0400000000000000" pitchFamily="34" charset="-128"/>
              </a:rPr>
              <a:t>player.i</a:t>
            </a:r>
            <a:r>
              <a:rPr lang="en" altLang="zh-CN" sz="1600" dirty="0">
                <a:latin typeface="Source Han Sans CN Normal" panose="020B0400000000000000" pitchFamily="34" charset="-128"/>
                <a:ea typeface="Source Han Sans CN Normal" panose="020B0400000000000000" pitchFamily="34" charset="-128"/>
              </a:rPr>
              <a:t> always look at her from an  inspirational </a:t>
            </a:r>
            <a:r>
              <a:rPr lang="en" altLang="zh-CN" sz="1600" dirty="0" err="1">
                <a:latin typeface="Source Han Sans CN Normal" panose="020B0400000000000000" pitchFamily="34" charset="-128"/>
                <a:ea typeface="Source Han Sans CN Normal" panose="020B0400000000000000" pitchFamily="34" charset="-128"/>
              </a:rPr>
              <a:t>percipective</a:t>
            </a:r>
            <a:r>
              <a:rPr lang="en" altLang="zh-CN" sz="1600" dirty="0">
                <a:latin typeface="Source Han Sans CN Normal" panose="020B0400000000000000" pitchFamily="34" charset="-128"/>
                <a:ea typeface="Source Han Sans CN Normal" panose="020B0400000000000000" pitchFamily="34" charset="-128"/>
              </a:rPr>
              <a:t>, however, she needs to understand cultural dynamics and give  her staff room for career development and advancement because </a:t>
            </a:r>
            <a:r>
              <a:rPr lang="en" altLang="zh-CN" sz="1600" dirty="0" err="1">
                <a:latin typeface="Source Han Sans CN Normal" panose="020B0400000000000000" pitchFamily="34" charset="-128"/>
                <a:ea typeface="Source Han Sans CN Normal" panose="020B0400000000000000" pitchFamily="34" charset="-128"/>
              </a:rPr>
              <a:t>techinology</a:t>
            </a:r>
            <a:r>
              <a:rPr lang="en" altLang="zh-CN" sz="1600" dirty="0">
                <a:latin typeface="Source Han Sans CN Normal" panose="020B0400000000000000" pitchFamily="34" charset="-128"/>
                <a:ea typeface="Source Han Sans CN Normal" panose="020B0400000000000000" pitchFamily="34" charset="-128"/>
              </a:rPr>
              <a:t> is evolving and therefore a change in career </a:t>
            </a:r>
            <a:r>
              <a:rPr lang="en" altLang="zh-CN" sz="1600" dirty="0" err="1">
                <a:latin typeface="Source Han Sans CN Normal" panose="020B0400000000000000" pitchFamily="34" charset="-128"/>
                <a:ea typeface="Source Han Sans CN Normal" panose="020B0400000000000000" pitchFamily="34" charset="-128"/>
              </a:rPr>
              <a:t>dynamics.Delegation</a:t>
            </a:r>
            <a:r>
              <a:rPr lang="en" altLang="zh-CN" sz="1600" dirty="0">
                <a:latin typeface="Source Han Sans CN Normal" panose="020B0400000000000000" pitchFamily="34" charset="-128"/>
                <a:ea typeface="Source Han Sans CN Normal" panose="020B0400000000000000" pitchFamily="34" charset="-128"/>
              </a:rPr>
              <a:t> should be improved and giving staff a chance to practice bigger roles and </a:t>
            </a:r>
            <a:r>
              <a:rPr lang="en" altLang="zh-CN" sz="1600" dirty="0" err="1">
                <a:latin typeface="Source Han Sans CN Normal" panose="020B0400000000000000" pitchFamily="34" charset="-128"/>
                <a:ea typeface="Source Han Sans CN Normal" panose="020B0400000000000000" pitchFamily="34" charset="-128"/>
              </a:rPr>
              <a:t>resiponsebilities</a:t>
            </a:r>
            <a:r>
              <a:rPr lang="en" altLang="zh-CN" sz="1600" dirty="0">
                <a:latin typeface="Source Han Sans CN Normal" panose="020B0400000000000000" pitchFamily="34" charset="-128"/>
                <a:ea typeface="Source Han Sans CN Normal" panose="020B0400000000000000" pitchFamily="34" charset="-128"/>
              </a:rPr>
              <a:t>.</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SHE'S VERY PROACHABLE ,EASY TO ENAGE WITH AND OFFERS A LISTENING EAR  TO ALL SUGGESTIONS PRESENTED. SHE'  ALWAYS OFFERS GUIDANCE WHERE THERE'S  A POSSIBILITY TO NATURING ONE'S POTENTIAL AND GROWTH IN TERMS OF PERFORMANCE.</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I like her leadership style, drives you till you produce something that matches her standard of Work. Good at motivating staff even </a:t>
            </a:r>
            <a:r>
              <a:rPr lang="en" altLang="zh-CN" sz="1600" dirty="0" err="1">
                <a:latin typeface="Source Han Sans CN Normal" panose="020B0400000000000000" pitchFamily="34" charset="-128"/>
                <a:ea typeface="Source Han Sans CN Normal" panose="020B0400000000000000" pitchFamily="34" charset="-128"/>
              </a:rPr>
              <a:t>amidist</a:t>
            </a:r>
            <a:r>
              <a:rPr lang="en" altLang="zh-CN" sz="1600" dirty="0">
                <a:latin typeface="Source Han Sans CN Normal" panose="020B0400000000000000" pitchFamily="34" charset="-128"/>
                <a:ea typeface="Source Han Sans CN Normal" panose="020B0400000000000000" pitchFamily="34" charset="-128"/>
              </a:rPr>
              <a:t> less squeezed  budget  we have for Customer Service. With her if well sourced with financial resources, she is an exceptional leader who can keep good talented staff in the company.</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19638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461542"/>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Generally she is a </a:t>
            </a:r>
            <a:r>
              <a:rPr lang="en" altLang="zh-CN" sz="1600" dirty="0" err="1">
                <a:latin typeface="Source Han Sans CN Normal" panose="020B0400000000000000" pitchFamily="34" charset="-128"/>
                <a:ea typeface="Source Han Sans CN Normal" panose="020B0400000000000000" pitchFamily="34" charset="-128"/>
              </a:rPr>
              <a:t>proffessional</a:t>
            </a:r>
            <a:r>
              <a:rPr lang="en" altLang="zh-CN" sz="1600" dirty="0">
                <a:latin typeface="Source Han Sans CN Normal" panose="020B0400000000000000" pitchFamily="34" charset="-128"/>
                <a:ea typeface="Source Han Sans CN Normal" panose="020B0400000000000000" pitchFamily="34" charset="-128"/>
              </a:rPr>
              <a:t> </a:t>
            </a:r>
            <a:r>
              <a:rPr lang="en" altLang="zh-CN" sz="1600" dirty="0" err="1">
                <a:latin typeface="Source Han Sans CN Normal" panose="020B0400000000000000" pitchFamily="34" charset="-128"/>
                <a:ea typeface="Source Han Sans CN Normal" panose="020B0400000000000000" pitchFamily="34" charset="-128"/>
              </a:rPr>
              <a:t>leader,highly</a:t>
            </a:r>
            <a:r>
              <a:rPr lang="en" altLang="zh-CN" sz="1600" dirty="0">
                <a:latin typeface="Source Han Sans CN Normal" panose="020B0400000000000000" pitchFamily="34" charset="-128"/>
                <a:ea typeface="Source Han Sans CN Normal" panose="020B0400000000000000" pitchFamily="34" charset="-128"/>
              </a:rPr>
              <a:t> motivated and self driven with high abilities when it comes to creative thinking. Also her work ethics are really good all </a:t>
            </a:r>
            <a:r>
              <a:rPr lang="en" altLang="zh-CN" sz="1600" dirty="0" err="1">
                <a:latin typeface="Source Han Sans CN Normal" panose="020B0400000000000000" pitchFamily="34" charset="-128"/>
                <a:ea typeface="Source Han Sans CN Normal" panose="020B0400000000000000" pitchFamily="34" charset="-128"/>
              </a:rPr>
              <a:t>rounded.Has</a:t>
            </a:r>
            <a:r>
              <a:rPr lang="en" altLang="zh-CN" sz="1600" dirty="0">
                <a:latin typeface="Source Han Sans CN Normal" panose="020B0400000000000000" pitchFamily="34" charset="-128"/>
                <a:ea typeface="Source Han Sans CN Normal" panose="020B0400000000000000" pitchFamily="34" charset="-128"/>
              </a:rPr>
              <a:t> ensured establishment of the brand and </a:t>
            </a:r>
            <a:r>
              <a:rPr lang="en" altLang="zh-CN" sz="1600" dirty="0" err="1">
                <a:latin typeface="Source Han Sans CN Normal" panose="020B0400000000000000" pitchFamily="34" charset="-128"/>
                <a:ea typeface="Source Han Sans CN Normal" panose="020B0400000000000000" pitchFamily="34" charset="-128"/>
              </a:rPr>
              <a:t>upto</a:t>
            </a:r>
            <a:r>
              <a:rPr lang="en" altLang="zh-CN" sz="1600" dirty="0">
                <a:latin typeface="Source Han Sans CN Normal" panose="020B0400000000000000" pitchFamily="34" charset="-128"/>
                <a:ea typeface="Source Han Sans CN Normal" panose="020B0400000000000000" pitchFamily="34" charset="-128"/>
              </a:rPr>
              <a:t> now the growth of our brand has been </a:t>
            </a:r>
            <a:r>
              <a:rPr lang="en" altLang="zh-CN" sz="1600" dirty="0" err="1">
                <a:latin typeface="Source Han Sans CN Normal" panose="020B0400000000000000" pitchFamily="34" charset="-128"/>
                <a:ea typeface="Source Han Sans CN Normal" panose="020B0400000000000000" pitchFamily="34" charset="-128"/>
              </a:rPr>
              <a:t>impecable</a:t>
            </a:r>
            <a:r>
              <a:rPr lang="en" altLang="zh-CN" sz="1600" dirty="0">
                <a:latin typeface="Source Han Sans CN Normal" panose="020B0400000000000000" pitchFamily="34" charset="-128"/>
                <a:ea typeface="Source Han Sans CN Normal" panose="020B0400000000000000" pitchFamily="34" charset="-128"/>
              </a:rPr>
              <a:t> and if she continues with the same efforts our brand will continue to scale up to even greater </a:t>
            </a:r>
            <a:r>
              <a:rPr lang="en" altLang="zh-CN" sz="1600" dirty="0" err="1">
                <a:latin typeface="Source Han Sans CN Normal" panose="020B0400000000000000" pitchFamily="34" charset="-128"/>
                <a:ea typeface="Source Han Sans CN Normal" panose="020B0400000000000000" pitchFamily="34" charset="-128"/>
              </a:rPr>
              <a:t>heights.My</a:t>
            </a:r>
            <a:r>
              <a:rPr lang="en" altLang="zh-CN" sz="1600" dirty="0">
                <a:latin typeface="Source Han Sans CN Normal" panose="020B0400000000000000" pitchFamily="34" charset="-128"/>
                <a:ea typeface="Source Han Sans CN Normal" panose="020B0400000000000000" pitchFamily="34" charset="-128"/>
              </a:rPr>
              <a:t> most vital and important suggestion will be in as much she is interested in the growth of the company and of the employees </a:t>
            </a:r>
            <a:r>
              <a:rPr lang="en" altLang="zh-CN" sz="1600" dirty="0" err="1">
                <a:latin typeface="Source Han Sans CN Normal" panose="020B0400000000000000" pitchFamily="34" charset="-128"/>
                <a:ea typeface="Source Han Sans CN Normal" panose="020B0400000000000000" pitchFamily="34" charset="-128"/>
              </a:rPr>
              <a:t>carrer</a:t>
            </a:r>
            <a:r>
              <a:rPr lang="en" altLang="zh-CN" sz="1600" dirty="0">
                <a:latin typeface="Source Han Sans CN Normal" panose="020B0400000000000000" pitchFamily="34" charset="-128"/>
                <a:ea typeface="Source Han Sans CN Normal" panose="020B0400000000000000" pitchFamily="34" charset="-128"/>
              </a:rPr>
              <a:t> wise its also important that as we grow especially for the management team we grow in our financial </a:t>
            </a:r>
            <a:r>
              <a:rPr lang="en" altLang="zh-CN" sz="1600" dirty="0" err="1">
                <a:latin typeface="Source Han Sans CN Normal" panose="020B0400000000000000" pitchFamily="34" charset="-128"/>
                <a:ea typeface="Source Han Sans CN Normal" panose="020B0400000000000000" pitchFamily="34" charset="-128"/>
              </a:rPr>
              <a:t>capabilties</a:t>
            </a:r>
            <a:r>
              <a:rPr lang="en" altLang="zh-CN" sz="1600" dirty="0">
                <a:latin typeface="Source Han Sans CN Normal" panose="020B0400000000000000" pitchFamily="34" charset="-128"/>
                <a:ea typeface="Source Han Sans CN Normal" panose="020B0400000000000000" pitchFamily="34" charset="-128"/>
              </a:rPr>
              <a:t> as well in the </a:t>
            </a:r>
            <a:r>
              <a:rPr lang="en" altLang="zh-CN" sz="1600" dirty="0" err="1">
                <a:latin typeface="Source Han Sans CN Normal" panose="020B0400000000000000" pitchFamily="34" charset="-128"/>
                <a:ea typeface="Source Han Sans CN Normal" panose="020B0400000000000000" pitchFamily="34" charset="-128"/>
              </a:rPr>
              <a:t>sence</a:t>
            </a:r>
            <a:r>
              <a:rPr lang="en" altLang="zh-CN" sz="1600" dirty="0">
                <a:latin typeface="Source Han Sans CN Normal" panose="020B0400000000000000" pitchFamily="34" charset="-128"/>
                <a:ea typeface="Source Han Sans CN Normal" panose="020B0400000000000000" pitchFamily="34" charset="-128"/>
              </a:rPr>
              <a:t> of our salaries and renumerations. With this you'll find that you are able to retain a well trained management team for a longer period that has undivided attention and thus reducing retention of employees as well as saving cost on hiring and training a new support/management team and also continued stability of the brand.</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 The country manager is a great mentor who promotes career development  and growth. My suggestions are that she should  keep up the good work and promote </a:t>
            </a:r>
            <a:r>
              <a:rPr lang="en" altLang="zh-CN" sz="1600" dirty="0" err="1">
                <a:latin typeface="Source Han Sans CN Normal" panose="020B0400000000000000" pitchFamily="34" charset="-128"/>
                <a:ea typeface="Source Han Sans CN Normal" panose="020B0400000000000000" pitchFamily="34" charset="-128"/>
              </a:rPr>
              <a:t>indivindual</a:t>
            </a:r>
            <a:r>
              <a:rPr lang="en" altLang="zh-CN" sz="1600" dirty="0">
                <a:latin typeface="Source Han Sans CN Normal" panose="020B0400000000000000" pitchFamily="34" charset="-128"/>
                <a:ea typeface="Source Han Sans CN Normal" panose="020B0400000000000000" pitchFamily="34" charset="-128"/>
              </a:rPr>
              <a:t> growth with the changing economic times to ensure that as the company grows the employee grows.</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2121150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220612"/>
            <a:ext cx="11577773" cy="3915367"/>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400" dirty="0">
                <a:latin typeface="Source Han Sans CN Normal" panose="020B0400000000000000" pitchFamily="34" charset="-128"/>
                <a:ea typeface="Source Han Sans CN Normal" panose="020B0400000000000000" pitchFamily="34" charset="-128"/>
              </a:rPr>
              <a:t>Under Joey's leadership as our CEO, our company has experienced remarkable growth, not only in terms of career and personal development but also in embracing the local culture of Kenya. Joey's dedication to enhancing our IT department's capabilities sets us apart from other computing companies. What truly distinguishes her is her unwavering commitment to listening to suggestions and promptly implementing them, demonstrating her exceptional leadership skills and ensuring our collective success.</a:t>
            </a:r>
          </a:p>
          <a:p>
            <a:pPr marL="285750" indent="-285750">
              <a:lnSpc>
                <a:spcPct val="150000"/>
              </a:lnSpc>
              <a:buFont typeface="Arial" panose="020B0604020202020204" pitchFamily="34" charset="0"/>
              <a:buChar char="•"/>
            </a:pPr>
            <a:r>
              <a:rPr lang="en" altLang="zh-CN" sz="1400" dirty="0">
                <a:latin typeface="Source Han Sans CN Normal" panose="020B0400000000000000" pitchFamily="34" charset="-128"/>
                <a:ea typeface="Source Han Sans CN Normal" panose="020B0400000000000000" pitchFamily="34" charset="-128"/>
              </a:rPr>
              <a:t>She demonstrates strong managerial competencies across various dimensions, there are areas that could benefit from improvement. Specifically, the Talent Pipeline Development in managing teams and individuals scored lower, suggesting a need for increased focus on strategically building and nurturing the team. Enhancing the awareness of talent layout and fostering the growth of team members could contribute to a more vibrant and resilient team. Additionally, in individual management, there is room for improvement in Knowing and Utilizing People Effectively. Providing more tailored opportunities for individual growth based on their diverse strengths and potential could further optimize team performance. It's advisable for her to pay particular attention to these areas, investing in talent development strategies and adopting a more nuanced approach to leveraging the strengths of team members. Continuous attention to these aspects will contribute to an even more effective and high-performing managerial style.</a:t>
            </a:r>
            <a:endParaRPr lang="zh-CN" altLang="en-US" sz="14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699394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266298" y="2017022"/>
            <a:ext cx="11577773" cy="4884863"/>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400" dirty="0">
                <a:latin typeface="Source Han Sans CN Normal" panose="020B0400000000000000" pitchFamily="34" charset="-128"/>
                <a:ea typeface="Source Han Sans CN Normal" panose="020B0400000000000000" pitchFamily="34" charset="-128"/>
              </a:rPr>
              <a:t>The </a:t>
            </a:r>
            <a:r>
              <a:rPr lang="en" altLang="zh-CN" sz="1400" dirty="0" err="1">
                <a:latin typeface="Source Han Sans CN Normal" panose="020B0400000000000000" pitchFamily="34" charset="-128"/>
                <a:ea typeface="Source Han Sans CN Normal" panose="020B0400000000000000" pitchFamily="34" charset="-128"/>
              </a:rPr>
              <a:t>ceo</a:t>
            </a:r>
            <a:r>
              <a:rPr lang="en" altLang="zh-CN" sz="1400" dirty="0">
                <a:latin typeface="Source Han Sans CN Normal" panose="020B0400000000000000" pitchFamily="34" charset="-128"/>
                <a:ea typeface="Source Han Sans CN Normal" panose="020B0400000000000000" pitchFamily="34" charset="-128"/>
              </a:rPr>
              <a:t> has been very keen to tap on many opportunities available in the market, does </a:t>
            </a:r>
            <a:r>
              <a:rPr lang="en" altLang="zh-CN" sz="1400" dirty="0" err="1">
                <a:latin typeface="Source Han Sans CN Normal" panose="020B0400000000000000" pitchFamily="34" charset="-128"/>
                <a:ea typeface="Source Han Sans CN Normal" panose="020B0400000000000000" pitchFamily="34" charset="-128"/>
              </a:rPr>
              <a:t>alot</a:t>
            </a:r>
            <a:r>
              <a:rPr lang="en" altLang="zh-CN" sz="1400" dirty="0">
                <a:latin typeface="Source Han Sans CN Normal" panose="020B0400000000000000" pitchFamily="34" charset="-128"/>
                <a:ea typeface="Source Han Sans CN Normal" panose="020B0400000000000000" pitchFamily="34" charset="-128"/>
              </a:rPr>
              <a:t> of research and ready to try many different ways of doing things however she is too much cost sensitive thereby having to go for cheaper less effective options</a:t>
            </a:r>
            <a:r>
              <a:rPr lang="en-US" altLang="zh-CN" sz="1400" dirty="0">
                <a:latin typeface="Source Han Sans CN Normal" panose="020B0400000000000000" pitchFamily="34" charset="-128"/>
                <a:ea typeface="Source Han Sans CN Normal" panose="020B0400000000000000" pitchFamily="34" charset="-128"/>
              </a:rPr>
              <a:t>.</a:t>
            </a:r>
          </a:p>
          <a:p>
            <a:pPr marL="285750" indent="-285750">
              <a:lnSpc>
                <a:spcPct val="150000"/>
              </a:lnSpc>
              <a:buFont typeface="Arial" panose="020B0604020202020204" pitchFamily="34" charset="0"/>
              <a:buChar char="•"/>
            </a:pPr>
            <a:r>
              <a:rPr lang="en" altLang="zh-CN" sz="1400" dirty="0">
                <a:latin typeface="Source Han Sans CN Normal" panose="020B0400000000000000" pitchFamily="34" charset="-128"/>
                <a:ea typeface="Source Han Sans CN Normal" panose="020B0400000000000000" pitchFamily="34" charset="-128"/>
              </a:rPr>
              <a:t>I am fortunate to be led by an outstanding manager whose qualities significantly enhance a positive and productive work atmosphere. Demonstrating robust leadership skills, she provides clear guidance and direction, effectively steering the team through challenges and ensuring everyone comprehends their roles and responsibilities. Joey excels in communication, fostering open and transparent dialogues within the team and expecting the same in return. She cultivates a supportive and approachable environment, where team members feel at ease discussing concerns or seeking guidance. Embracing change and encouraging innovation, she adds dynamism to the team. While there are areas marked for improvement  overall, Joey is a skilled and inspirational leader, embodying qualities that foster a high-performing and collaborative work environment.</a:t>
            </a:r>
          </a:p>
          <a:p>
            <a:pPr marL="285750" indent="-285750">
              <a:lnSpc>
                <a:spcPct val="150000"/>
              </a:lnSpc>
              <a:buFont typeface="Arial" panose="020B0604020202020204" pitchFamily="34" charset="0"/>
              <a:buChar char="•"/>
            </a:pPr>
            <a:r>
              <a:rPr lang="en" altLang="zh-CN" sz="1400" dirty="0">
                <a:latin typeface="Source Han Sans CN Normal" panose="020B0400000000000000" pitchFamily="34" charset="-128"/>
                <a:ea typeface="Source Han Sans CN Normal" panose="020B0400000000000000" pitchFamily="34" charset="-128"/>
              </a:rPr>
              <a:t>She showcases exemplary leadership in business understanding, cross-cultural planning, and execution. Her strengths lie in fostering a positive team atmosphere, strategic communication, and embracing an entrepreneurial mindset. Joey's individual management skills, particularly in providing timely feedback are commendable. Encouraging her continuous commitment to talent development and equitable assessments will further amplify her effectiveness. With an emphasis on leveraging her existing strengths providing positive reinforcement, and fostering a growth-oriented environment, Joy is poised for even greater success in her managerial role.</a:t>
            </a:r>
          </a:p>
          <a:p>
            <a:pPr marL="285750" indent="-285750">
              <a:lnSpc>
                <a:spcPct val="150000"/>
              </a:lnSpc>
              <a:buFont typeface="Arial" panose="020B0604020202020204" pitchFamily="34" charset="0"/>
              <a:buChar char="•"/>
            </a:pPr>
            <a:endParaRPr lang="zh-CN" altLang="en-US" sz="14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34870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3E2976-D5F8-4B41-8C20-2941B1678A77}"/>
              </a:ext>
            </a:extLst>
          </p:cNvPr>
          <p:cNvSpPr/>
          <p:nvPr/>
        </p:nvSpPr>
        <p:spPr>
          <a:xfrm>
            <a:off x="8813188" y="1368352"/>
            <a:ext cx="2700026" cy="4521200"/>
          </a:xfrm>
          <a:prstGeom prst="rect">
            <a:avLst/>
          </a:prstGeom>
          <a:solidFill>
            <a:schemeClr val="bg1"/>
          </a:solidFill>
          <a:ln>
            <a:solidFill>
              <a:schemeClr val="bg1">
                <a:lumMod val="95000"/>
              </a:schemeClr>
            </a:solid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dirty="0">
              <a:ln>
                <a:noFill/>
              </a:ln>
              <a:solidFill>
                <a:prstClr val="white"/>
              </a:solidFill>
              <a:effectLst/>
              <a:uLnTx/>
              <a:uFillTx/>
              <a:latin typeface="Helvetica Neue Normal" charset="0"/>
              <a:ea typeface="+mn-ea"/>
              <a:cs typeface="+mn-cs"/>
            </a:endParaRPr>
          </a:p>
        </p:txBody>
      </p:sp>
      <p:sp>
        <p:nvSpPr>
          <p:cNvPr id="3" name="Rectangle 2">
            <a:extLst>
              <a:ext uri="{FF2B5EF4-FFF2-40B4-BE49-F238E27FC236}">
                <a16:creationId xmlns:a16="http://schemas.microsoft.com/office/drawing/2014/main" id="{F87CECF8-0DD2-4A27-8B44-0F7CC3A8FD46}"/>
              </a:ext>
            </a:extLst>
          </p:cNvPr>
          <p:cNvSpPr/>
          <p:nvPr/>
        </p:nvSpPr>
        <p:spPr>
          <a:xfrm>
            <a:off x="708148" y="1368352"/>
            <a:ext cx="2700026" cy="4521200"/>
          </a:xfrm>
          <a:prstGeom prst="rect">
            <a:avLst/>
          </a:prstGeom>
          <a:solidFill>
            <a:schemeClr val="bg1"/>
          </a:solidFill>
          <a:ln>
            <a:solidFill>
              <a:schemeClr val="bg1">
                <a:lumMod val="95000"/>
              </a:schemeClr>
            </a:solid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dirty="0">
              <a:ln>
                <a:noFill/>
              </a:ln>
              <a:solidFill>
                <a:prstClr val="white"/>
              </a:solidFill>
              <a:effectLst/>
              <a:uLnTx/>
              <a:uFillTx/>
              <a:latin typeface="Helvetica Neue Normal" charset="0"/>
              <a:ea typeface="+mn-ea"/>
              <a:cs typeface="+mn-cs"/>
            </a:endParaRPr>
          </a:p>
        </p:txBody>
      </p:sp>
      <p:sp>
        <p:nvSpPr>
          <p:cNvPr id="4" name="Rectangle 3">
            <a:extLst>
              <a:ext uri="{FF2B5EF4-FFF2-40B4-BE49-F238E27FC236}">
                <a16:creationId xmlns:a16="http://schemas.microsoft.com/office/drawing/2014/main" id="{EEA99A95-D12F-4946-B2A0-91CD13DA3F98}"/>
              </a:ext>
            </a:extLst>
          </p:cNvPr>
          <p:cNvSpPr/>
          <p:nvPr/>
        </p:nvSpPr>
        <p:spPr>
          <a:xfrm>
            <a:off x="6111146" y="1368352"/>
            <a:ext cx="2700026" cy="4521200"/>
          </a:xfrm>
          <a:prstGeom prst="rect">
            <a:avLst/>
          </a:prstGeom>
          <a:solidFill>
            <a:schemeClr val="bg1"/>
          </a:solidFill>
          <a:ln>
            <a:solidFill>
              <a:schemeClr val="bg1">
                <a:lumMod val="95000"/>
              </a:schemeClr>
            </a:solid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dirty="0">
              <a:ln>
                <a:noFill/>
              </a:ln>
              <a:solidFill>
                <a:prstClr val="white"/>
              </a:solidFill>
              <a:effectLst/>
              <a:uLnTx/>
              <a:uFillTx/>
              <a:latin typeface="Helvetica Neue Normal" charset="0"/>
              <a:ea typeface="+mn-ea"/>
              <a:cs typeface="+mn-cs"/>
            </a:endParaRPr>
          </a:p>
        </p:txBody>
      </p:sp>
      <p:sp>
        <p:nvSpPr>
          <p:cNvPr id="5" name="Rectangle 4">
            <a:extLst>
              <a:ext uri="{FF2B5EF4-FFF2-40B4-BE49-F238E27FC236}">
                <a16:creationId xmlns:a16="http://schemas.microsoft.com/office/drawing/2014/main" id="{8BB2B45A-2B56-4B90-9BFD-CAD0903CDF58}"/>
              </a:ext>
            </a:extLst>
          </p:cNvPr>
          <p:cNvSpPr/>
          <p:nvPr/>
        </p:nvSpPr>
        <p:spPr>
          <a:xfrm>
            <a:off x="3408174" y="1368352"/>
            <a:ext cx="2700026" cy="4521200"/>
          </a:xfrm>
          <a:prstGeom prst="rect">
            <a:avLst/>
          </a:prstGeom>
          <a:solidFill>
            <a:schemeClr val="bg1"/>
          </a:solidFill>
          <a:ln>
            <a:solidFill>
              <a:schemeClr val="bg1">
                <a:lumMod val="95000"/>
              </a:schemeClr>
            </a:solidFill>
          </a:ln>
          <a:effectLst>
            <a:outerShdw blurRad="381000" dist="254000" dir="5400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dirty="0">
              <a:ln>
                <a:noFill/>
              </a:ln>
              <a:solidFill>
                <a:prstClr val="white"/>
              </a:solidFill>
              <a:effectLst/>
              <a:uLnTx/>
              <a:uFillTx/>
              <a:latin typeface="Helvetica Neue Normal" charset="0"/>
              <a:ea typeface="+mn-ea"/>
              <a:cs typeface="+mn-cs"/>
            </a:endParaRPr>
          </a:p>
        </p:txBody>
      </p:sp>
      <p:sp>
        <p:nvSpPr>
          <p:cNvPr id="8" name="TextBox 7">
            <a:extLst>
              <a:ext uri="{FF2B5EF4-FFF2-40B4-BE49-F238E27FC236}">
                <a16:creationId xmlns:a16="http://schemas.microsoft.com/office/drawing/2014/main" id="{FAFB451D-0C4F-4EBE-9589-687E9F1FBE6B}"/>
              </a:ext>
            </a:extLst>
          </p:cNvPr>
          <p:cNvSpPr txBox="1"/>
          <p:nvPr/>
        </p:nvSpPr>
        <p:spPr>
          <a:xfrm>
            <a:off x="4477913" y="1585479"/>
            <a:ext cx="442429"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spc="-75" dirty="0" err="1">
                <a:solidFill>
                  <a:srgbClr val="FF2600"/>
                </a:solidFill>
                <a:latin typeface="Source Han Sans CN Bold" panose="020B0500000000000000" pitchFamily="34" charset="-128"/>
                <a:ea typeface="Source Han Sans CN Bold" panose="020B0500000000000000" pitchFamily="34" charset="-128"/>
                <a:cs typeface="Helvetica Neue Fin" charset="0"/>
              </a:rPr>
              <a:t>盲区</a:t>
            </a:r>
            <a:endParaRPr lang="en-US" b="1" spc="-75" dirty="0">
              <a:solidFill>
                <a:srgbClr val="FF2600"/>
              </a:solidFill>
              <a:latin typeface="Source Han Sans CN Bold" panose="020B0500000000000000" pitchFamily="34" charset="-128"/>
              <a:ea typeface="Source Han Sans CN Bold" panose="020B0500000000000000" pitchFamily="34" charset="-128"/>
              <a:cs typeface="Helvetica Neue Fin" charset="0"/>
            </a:endParaRPr>
          </a:p>
        </p:txBody>
      </p:sp>
      <p:sp>
        <p:nvSpPr>
          <p:cNvPr id="11" name="TextBox 10">
            <a:extLst>
              <a:ext uri="{FF2B5EF4-FFF2-40B4-BE49-F238E27FC236}">
                <a16:creationId xmlns:a16="http://schemas.microsoft.com/office/drawing/2014/main" id="{92DEC076-C5D8-40A3-9D52-444702598154}"/>
              </a:ext>
            </a:extLst>
          </p:cNvPr>
          <p:cNvSpPr txBox="1"/>
          <p:nvPr/>
        </p:nvSpPr>
        <p:spPr>
          <a:xfrm>
            <a:off x="4032131" y="2457588"/>
            <a:ext cx="1356140" cy="553998"/>
          </a:xfrm>
          <a:prstGeom prst="rect">
            <a:avLst/>
          </a:prstGeom>
          <a:noFill/>
          <a:effectLst/>
        </p:spPr>
        <p:txBody>
          <a:bodyPr wrap="none" lIns="0" tIns="0" rIns="0" bIns="0" rtlCol="0">
            <a:spAutoFit/>
          </a:bodyPr>
          <a:lstStyle>
            <a:defPPr>
              <a:defRPr lang="fr-FR"/>
            </a:defPPr>
            <a:lvl1pPr algn="ctr">
              <a:defRPr sz="4800" spc="-150">
                <a:latin typeface="Segoe UI Light" panose="020B0502040204020203" pitchFamily="34" charset="0"/>
                <a:cs typeface="Segoe UI Light"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b="1" dirty="0">
                <a:solidFill>
                  <a:srgbClr val="FF2600"/>
                </a:solidFill>
                <a:latin typeface="Source Han Sans CN Regular" panose="020B0500000000000000" pitchFamily="34" charset="-128"/>
                <a:ea typeface="Source Han Sans CN Regular" panose="020B0500000000000000" pitchFamily="34" charset="-128"/>
                <a:cs typeface="Helvetica Neue Fin" charset="0"/>
              </a:rPr>
              <a:t>影响力</a:t>
            </a:r>
            <a:endParaRPr lang="en-US" sz="3600" b="1" dirty="0">
              <a:solidFill>
                <a:srgbClr val="FF2600"/>
              </a:solidFill>
              <a:latin typeface="Source Han Sans CN Regular" panose="020B0500000000000000" pitchFamily="34" charset="-128"/>
              <a:ea typeface="Source Han Sans CN Regular" panose="020B0500000000000000" pitchFamily="34" charset="-128"/>
              <a:cs typeface="Helvetica Neue Fin" charset="0"/>
            </a:endParaRPr>
          </a:p>
        </p:txBody>
      </p:sp>
      <p:sp>
        <p:nvSpPr>
          <p:cNvPr id="18" name="TextBox 17">
            <a:extLst>
              <a:ext uri="{FF2B5EF4-FFF2-40B4-BE49-F238E27FC236}">
                <a16:creationId xmlns:a16="http://schemas.microsoft.com/office/drawing/2014/main" id="{FC36ABE8-24EA-443F-BDCC-53EC439F9DA8}"/>
              </a:ext>
            </a:extLst>
          </p:cNvPr>
          <p:cNvSpPr txBox="1"/>
          <p:nvPr/>
        </p:nvSpPr>
        <p:spPr>
          <a:xfrm>
            <a:off x="1166656" y="2274297"/>
            <a:ext cx="1808187" cy="689741"/>
          </a:xfrm>
          <a:prstGeom prst="rect">
            <a:avLst/>
          </a:prstGeom>
          <a:noFill/>
          <a:effectLst/>
        </p:spPr>
        <p:txBody>
          <a:bodyPr wrap="none" lIns="0" tIns="0" r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3600" b="1" u="none" strike="noStrike" kern="1200" cap="none" spc="-150" normalizeH="0" baseline="0" noProof="0" dirty="0">
                <a:ln>
                  <a:noFill/>
                </a:ln>
                <a:solidFill>
                  <a:srgbClr val="1D1D1D"/>
                </a:solidFill>
                <a:effectLst/>
                <a:uLnTx/>
                <a:uFillTx/>
                <a:latin typeface="Source Han Sans CN Regular" panose="020B0500000000000000" pitchFamily="34" charset="-128"/>
                <a:ea typeface="Source Han Sans CN Regular" panose="020B0500000000000000" pitchFamily="34" charset="-128"/>
                <a:cs typeface="Helvetica Neue Fin" charset="0"/>
              </a:rPr>
              <a:t>向下辅导</a:t>
            </a:r>
            <a:endParaRPr kumimoji="0" lang="en-US" sz="3600" b="1" u="none" strike="noStrike" kern="1200" cap="none" spc="-150" normalizeH="0" baseline="0" noProof="0" dirty="0">
              <a:ln>
                <a:noFill/>
              </a:ln>
              <a:solidFill>
                <a:srgbClr val="1D1D1D"/>
              </a:solidFill>
              <a:effectLst/>
              <a:uLnTx/>
              <a:uFillTx/>
              <a:latin typeface="Source Han Sans CN Regular" panose="020B0500000000000000" pitchFamily="34" charset="-128"/>
              <a:ea typeface="Source Han Sans CN Regular" panose="020B0500000000000000" pitchFamily="34" charset="-128"/>
              <a:cs typeface="Helvetica Neue Fin" charset="0"/>
            </a:endParaRPr>
          </a:p>
        </p:txBody>
      </p:sp>
      <p:sp>
        <p:nvSpPr>
          <p:cNvPr id="20" name="TextBox 19">
            <a:extLst>
              <a:ext uri="{FF2B5EF4-FFF2-40B4-BE49-F238E27FC236}">
                <a16:creationId xmlns:a16="http://schemas.microsoft.com/office/drawing/2014/main" id="{3D1D97EC-C925-45A9-B93E-43A554F71F65}"/>
              </a:ext>
            </a:extLst>
          </p:cNvPr>
          <p:cNvSpPr txBox="1"/>
          <p:nvPr/>
        </p:nvSpPr>
        <p:spPr>
          <a:xfrm>
            <a:off x="1394521" y="1573344"/>
            <a:ext cx="1327286"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spc="-75" dirty="0" err="1">
                <a:solidFill>
                  <a:srgbClr val="0070C1"/>
                </a:solidFill>
                <a:latin typeface="Source Han Sans CN Bold" panose="020B0500000000000000" pitchFamily="34" charset="-128"/>
                <a:ea typeface="Source Han Sans CN Bold" panose="020B0500000000000000" pitchFamily="34" charset="-128"/>
                <a:cs typeface="Helvetica Neue Fin" charset="0"/>
              </a:rPr>
              <a:t>待发展共识区</a:t>
            </a:r>
            <a:endParaRPr kumimoji="0" lang="en-US" sz="2800" b="1" u="none" strike="noStrike" kern="1200" cap="none" spc="-75" normalizeH="0" baseline="0" noProof="0" dirty="0">
              <a:ln>
                <a:noFill/>
              </a:ln>
              <a:solidFill>
                <a:srgbClr val="0070C1"/>
              </a:solidFill>
              <a:effectLst/>
              <a:uLnTx/>
              <a:uFillTx/>
              <a:latin typeface="Source Han Sans CN Bold" panose="020B0500000000000000" pitchFamily="34" charset="-128"/>
              <a:ea typeface="Source Han Sans CN Bold" panose="020B0500000000000000" pitchFamily="34" charset="-128"/>
              <a:cs typeface="Helvetica Neue Fin" charset="0"/>
            </a:endParaRPr>
          </a:p>
        </p:txBody>
      </p:sp>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096000"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结果分析</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5" name="TextBox 17">
            <a:extLst>
              <a:ext uri="{FF2B5EF4-FFF2-40B4-BE49-F238E27FC236}">
                <a16:creationId xmlns:a16="http://schemas.microsoft.com/office/drawing/2014/main" id="{0E25ABFA-89A8-2D57-9FD3-7AA5809D624E}"/>
              </a:ext>
            </a:extLst>
          </p:cNvPr>
          <p:cNvSpPr txBox="1"/>
          <p:nvPr/>
        </p:nvSpPr>
        <p:spPr>
          <a:xfrm>
            <a:off x="6319224" y="2369609"/>
            <a:ext cx="2260234" cy="689741"/>
          </a:xfrm>
          <a:prstGeom prst="rect">
            <a:avLst/>
          </a:prstGeom>
          <a:noFill/>
          <a:effectLst/>
        </p:spPr>
        <p:txBody>
          <a:bodyPr wrap="none" lIns="0" tIns="0" rIns="0" bIns="0" rtlCol="0">
            <a:spAutoFit/>
          </a:bodyPr>
          <a:lstStyle/>
          <a:p>
            <a:pPr algn="ctr">
              <a:lnSpc>
                <a:spcPct val="150000"/>
              </a:lnSpc>
              <a:defRPr/>
            </a:pPr>
            <a:r>
              <a:rPr lang="zh-CN" altLang="en-US" sz="3600" b="1" spc="-150" dirty="0">
                <a:solidFill>
                  <a:srgbClr val="1D1D1D"/>
                </a:solidFill>
                <a:latin typeface="Source Han Sans CN Regular" panose="020B0500000000000000" pitchFamily="34" charset="-128"/>
                <a:ea typeface="Source Han Sans CN Regular" panose="020B0500000000000000" pitchFamily="34" charset="-128"/>
                <a:cs typeface="Helvetica Neue Fin" charset="0"/>
              </a:rPr>
              <a:t>业务熟悉度</a:t>
            </a:r>
            <a:endParaRPr lang="en-US" sz="3600" b="1" spc="-150" dirty="0">
              <a:solidFill>
                <a:srgbClr val="1D1D1D"/>
              </a:solidFill>
              <a:latin typeface="Source Han Sans CN Regular" panose="020B0500000000000000" pitchFamily="34" charset="-128"/>
              <a:ea typeface="Source Han Sans CN Regular" panose="020B0500000000000000" pitchFamily="34" charset="-128"/>
              <a:cs typeface="Helvetica Neue Fin" charset="0"/>
            </a:endParaRPr>
          </a:p>
        </p:txBody>
      </p:sp>
      <p:sp>
        <p:nvSpPr>
          <p:cNvPr id="26" name="TextBox 19">
            <a:extLst>
              <a:ext uri="{FF2B5EF4-FFF2-40B4-BE49-F238E27FC236}">
                <a16:creationId xmlns:a16="http://schemas.microsoft.com/office/drawing/2014/main" id="{1C14416D-F40A-538A-DA9C-E69A75DD896B}"/>
              </a:ext>
            </a:extLst>
          </p:cNvPr>
          <p:cNvSpPr txBox="1"/>
          <p:nvPr/>
        </p:nvSpPr>
        <p:spPr>
          <a:xfrm>
            <a:off x="6920689" y="1573344"/>
            <a:ext cx="1106072"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spc="-75" dirty="0" err="1">
                <a:solidFill>
                  <a:srgbClr val="0070C1"/>
                </a:solidFill>
                <a:latin typeface="Source Han Sans CN Bold" panose="020B0500000000000000" pitchFamily="34" charset="-128"/>
                <a:ea typeface="Source Han Sans CN Bold" panose="020B0500000000000000" pitchFamily="34" charset="-128"/>
                <a:cs typeface="Helvetica Neue Fin" charset="0"/>
              </a:rPr>
              <a:t>优势共识区</a:t>
            </a:r>
            <a:endParaRPr kumimoji="0" lang="en-US" sz="2800" b="1" u="none" strike="noStrike" kern="1200" cap="none" spc="-75" normalizeH="0" baseline="0" noProof="0" dirty="0">
              <a:ln>
                <a:noFill/>
              </a:ln>
              <a:solidFill>
                <a:srgbClr val="0070C1"/>
              </a:solidFill>
              <a:effectLst/>
              <a:uLnTx/>
              <a:uFillTx/>
              <a:latin typeface="Source Han Sans CN Bold" panose="020B0500000000000000" pitchFamily="34" charset="-128"/>
              <a:ea typeface="Source Han Sans CN Bold" panose="020B0500000000000000" pitchFamily="34" charset="-128"/>
              <a:cs typeface="Helvetica Neue Fin" charset="0"/>
            </a:endParaRPr>
          </a:p>
        </p:txBody>
      </p:sp>
      <p:sp>
        <p:nvSpPr>
          <p:cNvPr id="29" name="TextBox 17">
            <a:extLst>
              <a:ext uri="{FF2B5EF4-FFF2-40B4-BE49-F238E27FC236}">
                <a16:creationId xmlns:a16="http://schemas.microsoft.com/office/drawing/2014/main" id="{C1B31030-679C-6E6B-9A70-C951BB710837}"/>
              </a:ext>
            </a:extLst>
          </p:cNvPr>
          <p:cNvSpPr txBox="1"/>
          <p:nvPr/>
        </p:nvSpPr>
        <p:spPr>
          <a:xfrm>
            <a:off x="9250629" y="2501268"/>
            <a:ext cx="1808187" cy="553998"/>
          </a:xfrm>
          <a:prstGeom prst="rect">
            <a:avLst/>
          </a:prstGeom>
          <a:noFill/>
          <a:effectLst/>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1" u="none" strike="noStrike" kern="1200" cap="none" spc="-150" normalizeH="0" baseline="0" noProof="0" dirty="0">
                <a:ln>
                  <a:noFill/>
                </a:ln>
                <a:solidFill>
                  <a:srgbClr val="1D1D1D"/>
                </a:solidFill>
                <a:effectLst/>
                <a:uLnTx/>
                <a:uFillTx/>
                <a:latin typeface="Source Han Sans CN Regular" panose="020B0500000000000000" pitchFamily="34" charset="-128"/>
                <a:ea typeface="Source Han Sans CN Regular" panose="020B0500000000000000" pitchFamily="34" charset="-128"/>
                <a:cs typeface="Helvetica Neue Fin" charset="0"/>
              </a:rPr>
              <a:t>战略传达</a:t>
            </a:r>
            <a:endParaRPr kumimoji="0" lang="en-US" sz="3600" b="1" u="none" strike="noStrike" kern="1200" cap="none" spc="-150" normalizeH="0" baseline="0" noProof="0" dirty="0">
              <a:ln>
                <a:noFill/>
              </a:ln>
              <a:solidFill>
                <a:srgbClr val="1D1D1D"/>
              </a:solidFill>
              <a:effectLst/>
              <a:uLnTx/>
              <a:uFillTx/>
              <a:latin typeface="Source Han Sans CN Regular" panose="020B0500000000000000" pitchFamily="34" charset="-128"/>
              <a:ea typeface="Source Han Sans CN Regular" panose="020B0500000000000000" pitchFamily="34" charset="-128"/>
              <a:cs typeface="Helvetica Neue Fin" charset="0"/>
            </a:endParaRPr>
          </a:p>
        </p:txBody>
      </p:sp>
      <p:sp>
        <p:nvSpPr>
          <p:cNvPr id="32" name="TextBox 19">
            <a:extLst>
              <a:ext uri="{FF2B5EF4-FFF2-40B4-BE49-F238E27FC236}">
                <a16:creationId xmlns:a16="http://schemas.microsoft.com/office/drawing/2014/main" id="{F4ED52B4-5E66-7AEF-23B2-CB492741678F}"/>
              </a:ext>
            </a:extLst>
          </p:cNvPr>
          <p:cNvSpPr txBox="1"/>
          <p:nvPr/>
        </p:nvSpPr>
        <p:spPr>
          <a:xfrm>
            <a:off x="9817529" y="1573344"/>
            <a:ext cx="663643"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spc="-75" dirty="0" err="1">
                <a:solidFill>
                  <a:srgbClr val="0070C1"/>
                </a:solidFill>
                <a:latin typeface="Source Han Sans CN Bold" panose="020B0500000000000000" pitchFamily="34" charset="-128"/>
                <a:ea typeface="Source Han Sans CN Bold" panose="020B0500000000000000" pitchFamily="34" charset="-128"/>
                <a:cs typeface="Helvetica Neue Fin" charset="0"/>
              </a:rPr>
              <a:t>潜能区</a:t>
            </a:r>
            <a:endParaRPr kumimoji="0" lang="en-US" sz="2800" b="1" u="none" strike="noStrike" kern="1200" cap="none" spc="-75" normalizeH="0" baseline="0" noProof="0" dirty="0">
              <a:ln>
                <a:noFill/>
              </a:ln>
              <a:solidFill>
                <a:srgbClr val="0070C1"/>
              </a:solidFill>
              <a:effectLst/>
              <a:uLnTx/>
              <a:uFillTx/>
              <a:latin typeface="Source Han Sans CN Bold" panose="020B0500000000000000" pitchFamily="34" charset="-128"/>
              <a:ea typeface="Source Han Sans CN Bold" panose="020B0500000000000000" pitchFamily="34" charset="-128"/>
              <a:cs typeface="Helvetica Neue Fin" charset="0"/>
            </a:endParaRPr>
          </a:p>
        </p:txBody>
      </p:sp>
    </p:spTree>
    <p:extLst>
      <p:ext uri="{BB962C8B-B14F-4D97-AF65-F5344CB8AC3E}">
        <p14:creationId xmlns:p14="http://schemas.microsoft.com/office/powerpoint/2010/main" val="43342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5054974"/>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待发展共识区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向下辅导</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在这个区域，您的自评和他评都表明您在下属辅导方面有提升空间。这说明了在设定团队成长目标、人才培养、创造学习氛围及提供成长机会方面，您可能需要进行加强。首先，设定团队成长目标时，可能没有与团队成员进行充分的沟通，这是确保他们的个人职业发展目标与团队长期目标相协调的关键步骤。这一步骤不仅有助于明确方向，还能增强团队成员对共同目标的承诺。有效的人才培养需识别每位团队成员的潜力和需求，并提供个性化的指导和反馈，这不仅促进个人成长，也提升团队能力。同时可能意味着您需要采取更多措施，如增加团队会议、培训课程或项目复盘等，以鼓励知识分享和集体学习。通过以上分析，我们可以看出在向下辅导方面的确存在一些提升空间。重点在于通过有效沟通确保团队目标与个人职业目标的一致性，实施针对性的人才培养计划，营造积极的学习氛围，并为团队成员提供更多的成长机会。这样的努力将促进个人与团队的共同发展。</a:t>
            </a:r>
          </a:p>
          <a:p>
            <a:pPr marL="285750" indent="-285750">
              <a:lnSpc>
                <a:spcPts val="2280"/>
              </a:lnSpc>
              <a:buFont typeface="Arial" panose="020B0604020202020204" pitchFamily="34" charset="0"/>
              <a:buChar char="•"/>
            </a:pPr>
            <a:r>
              <a:rPr lang="zh-CN" altLang="en-US" sz="1600" b="1" dirty="0">
                <a:highlight>
                  <a:srgbClr val="FF0000"/>
                </a:highlight>
                <a:latin typeface="Source Han Sans CN" panose="020B0500000000000000" pitchFamily="34" charset="-128"/>
                <a:ea typeface="Source Han Sans CN" panose="020B0500000000000000" pitchFamily="34" charset="-128"/>
              </a:rPr>
              <a:t>盲区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公平公正</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在这个区域，您对自己的公正公平管理能力评价较高，但来自团队成员的评价却不尽如人意，特别是在评价员工绩效和公平对待团队成员方面。您可能认为自己在这些领域表现良好，而团队成员的感受却有所差异，这种视角上的差异可能源自沟通不足、认知偏差或对管理期望的不一致。公正与公平是维护高效工作环境、建立信任和提升团队士气的关键元素。如果团队成员感觉到被公平对待，他们更可能对工作感到满意并全情投入；相反，如果感觉到不公平，则可能导致不满和工作效率下降。为了提升在公正地评价员工绩效方面的表现，您可能需要对评价标准和流程进行重新审视，确保这些标准明确、一致，并与团队成员共享，以提高评价过程的透明度和公平性。定期收集并提供基于具体行为的反馈，能够帮助团队成员更好地理解自己的表现，并指出改进方向。此外，公平对待员工意味着确保所有团队成员都有平等的机会参与重要项目、接受培训和晋升机会。作为管理者，您需要意识并积极消除任何有意或无意的偏见，确保所有决策都基于业绩和能力，而非其他不相关因素。通过这种方式，您不仅能够缩小自评和他评之间的差距，还能在团队中建立更强的信任感和公平感，促进更高效和谐的工作环境。</a:t>
            </a:r>
          </a:p>
        </p:txBody>
      </p:sp>
    </p:spTree>
    <p:extLst>
      <p:ext uri="{BB962C8B-B14F-4D97-AF65-F5344CB8AC3E}">
        <p14:creationId xmlns:p14="http://schemas.microsoft.com/office/powerpoint/2010/main" val="1211622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4760021"/>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业务熟悉度</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这个区域，无论是您自身的评价还是来自他人的反馈，都显示您在业务熟悉度方面表现卓越。这反映了您对行业变化趋势的快速响应能力以及有效整合业务决策与行业动向的能力。您对公司内部业务的深入理解和敏锐的信息洞察力获得了团队的高度评价，这不仅有助于指导团队更高效地执行当前项目，也为公司的长期战略发展提供了坚实支持。您的这一优势首先体现在能够准确把握市场动态和客户需求上，这对于指导团队解决实际问题和把握新的业务机会至关重要。通过将业务决策与公司的整体目标及市场趋势保持一致，并基于深入的行业洞察制定策略，您的管理效率得到了显著提高。此外，您还能够有效地将复杂的业务概念和策略传达给团队成员，促进团队成员之间的有效沟通和协作。这不仅增强了团队的执行力，也提升了团队对变化的适应能力和整体业务成效。通过这些能力的展现，您不仅巩固了自己在业务熟悉度方面的优势地位，还促进了团队的整体发展和业务成效的提升，为公司的长期成功奠定了坚实的基础。</a:t>
            </a:r>
          </a:p>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潜能区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战略传达</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在这个区域，您的自我评价较低而他人评价较高，尤其是在战略传达方面。这反映出您可能对自己在有效传达公司及部门战略的能力不够自信，但您的团队成员认为您已经表现得相当出色，甚至超出了他们的预期。这种视角上的差异可能是因为您对自己的要求过于严格，或您没有完全意识到自己在战略传达方面所做出的努力的实际影响。战略传达对于确保团队理解组织的目标、愿景和战略至关重要，它对于激发团队成员的信心和参与感非常重要。有效的战略传达有助于团队成员明确地理解自己的工作与组织的整体目标之间的联系，从而提升他们的工作动力和效率。通过寻求更多反馈和进行自我反思，您可以更准确地评估自己在这一领域的表现，并识别出可以进一步提升的地方。这个过程将帮助您更好地认识到自己的潜能，并采取措施来充分发挥这些潜能，最终提高团队的整体表现和满意度。</a:t>
            </a:r>
          </a:p>
        </p:txBody>
      </p:sp>
    </p:spTree>
    <p:extLst>
      <p:ext uri="{BB962C8B-B14F-4D97-AF65-F5344CB8AC3E}">
        <p14:creationId xmlns:p14="http://schemas.microsoft.com/office/powerpoint/2010/main" val="309427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9DBAAFD8-6ABF-EE40-BE83-0E5E0AAFCA42}"/>
              </a:ext>
            </a:extLst>
          </p:cNvPr>
          <p:cNvGraphicFramePr/>
          <p:nvPr>
            <p:extLst>
              <p:ext uri="{D42A27DB-BD31-4B8C-83A1-F6EECF244321}">
                <p14:modId xmlns:p14="http://schemas.microsoft.com/office/powerpoint/2010/main" val="992098994"/>
              </p:ext>
            </p:extLst>
          </p:nvPr>
        </p:nvGraphicFramePr>
        <p:xfrm>
          <a:off x="112404" y="906810"/>
          <a:ext cx="11827959" cy="5695102"/>
        </p:xfrm>
        <a:graphic>
          <a:graphicData uri="http://schemas.openxmlformats.org/drawingml/2006/chart">
            <c:chart xmlns:c="http://schemas.openxmlformats.org/drawingml/2006/chart" xmlns:r="http://schemas.openxmlformats.org/officeDocument/2006/relationships" r:id="rId3"/>
          </a:graphicData>
        </a:graphic>
      </p:graphicFrame>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4"/>
          <a:srcRect l="20021" t="41751" r="19051" b="41684"/>
          <a:stretch/>
        </p:blipFill>
        <p:spPr>
          <a:xfrm>
            <a:off x="9542522" y="256088"/>
            <a:ext cx="2521527" cy="411337"/>
          </a:xfrm>
          <a:prstGeom prst="rect">
            <a:avLst/>
          </a:prstGeom>
        </p:spPr>
      </p:pic>
      <p:sp>
        <p:nvSpPr>
          <p:cNvPr id="8" name="文本框 7">
            <a:extLst>
              <a:ext uri="{FF2B5EF4-FFF2-40B4-BE49-F238E27FC236}">
                <a16:creationId xmlns:a16="http://schemas.microsoft.com/office/drawing/2014/main" id="{D7E6CFB9-2665-1E4E-B50F-473308E9C626}"/>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所有维度得分情况</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248730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11" name="文本框 10">
            <a:extLst>
              <a:ext uri="{FF2B5EF4-FFF2-40B4-BE49-F238E27FC236}">
                <a16:creationId xmlns:a16="http://schemas.microsoft.com/office/drawing/2014/main" id="{9F329159-71CE-A7E1-4676-8520D2CD836C}"/>
              </a:ext>
            </a:extLst>
          </p:cNvPr>
          <p:cNvSpPr txBox="1"/>
          <p:nvPr/>
        </p:nvSpPr>
        <p:spPr>
          <a:xfrm>
            <a:off x="258618" y="298093"/>
            <a:ext cx="6096000" cy="369332"/>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b="1" dirty="0">
                <a:solidFill>
                  <a:srgbClr val="000000"/>
                </a:solidFill>
                <a:latin typeface="Source Han Sans CN Medium" panose="020B0500000000000000" pitchFamily="34" charset="-128"/>
                <a:ea typeface="Source Han Sans CN Medium" panose="020B0500000000000000" pitchFamily="34" charset="-128"/>
              </a:rPr>
              <a:t>3. </a:t>
            </a:r>
            <a:r>
              <a:rPr lang="zh-CN" altLang="en-US"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b="1" dirty="0">
                <a:solidFill>
                  <a:srgbClr val="000000"/>
                </a:solidFill>
                <a:latin typeface="Source Han Sans CN Medium" panose="020B0500000000000000" pitchFamily="34" charset="-128"/>
                <a:ea typeface="Source Han Sans CN Medium" panose="020B0500000000000000" pitchFamily="34" charset="-128"/>
              </a:rPr>
              <a:t>-</a:t>
            </a:r>
            <a:r>
              <a:rPr lang="zh-CN" altLang="en-US" b="1" dirty="0">
                <a:solidFill>
                  <a:srgbClr val="000000"/>
                </a:solidFill>
                <a:latin typeface="Source Han Sans CN Medium" panose="020B0500000000000000" pitchFamily="34" charset="-128"/>
                <a:ea typeface="Source Han Sans CN Medium" panose="020B0500000000000000" pitchFamily="34" charset="-128"/>
              </a:rPr>
              <a:t>需要注意的低分维度</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8" name="文本框 7">
            <a:extLst>
              <a:ext uri="{FF2B5EF4-FFF2-40B4-BE49-F238E27FC236}">
                <a16:creationId xmlns:a16="http://schemas.microsoft.com/office/drawing/2014/main" id="{6F5E057E-656C-6341-9B3E-D3C3A133FE9B}"/>
              </a:ext>
            </a:extLst>
          </p:cNvPr>
          <p:cNvSpPr txBox="1"/>
          <p:nvPr/>
        </p:nvSpPr>
        <p:spPr>
          <a:xfrm>
            <a:off x="258618" y="846539"/>
            <a:ext cx="11659404" cy="467647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梯队建设</a:t>
            </a:r>
            <a:r>
              <a:rPr lang="en-US" altLang="zh-CN" sz="1600" b="1" dirty="0">
                <a:highlight>
                  <a:srgbClr val="FFFF00"/>
                </a:highlight>
                <a:latin typeface="Source Han Sans CN" panose="020B0500000000000000" pitchFamily="34" charset="-128"/>
                <a:ea typeface="Source Han Sans CN" panose="020B0500000000000000" pitchFamily="34" charset="-128"/>
              </a:rPr>
              <a:t>-3.28</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在梯队建设这一管理维度上，您的得分为</a:t>
            </a:r>
            <a:r>
              <a:rPr lang="en-US" altLang="zh-CN" sz="1200" dirty="0">
                <a:solidFill>
                  <a:srgbClr val="000000"/>
                </a:solidFill>
                <a:latin typeface="Source Han Sans CN" panose="020B0500000000000000" pitchFamily="34" charset="-128"/>
                <a:ea typeface="Source Han Sans CN" panose="020B0500000000000000" pitchFamily="34" charset="-128"/>
              </a:rPr>
              <a:t>3.28</a:t>
            </a:r>
            <a:r>
              <a:rPr lang="zh-CN" altLang="en-US" sz="1200" dirty="0">
                <a:solidFill>
                  <a:srgbClr val="000000"/>
                </a:solidFill>
                <a:latin typeface="Source Han Sans CN" panose="020B0500000000000000" pitchFamily="34" charset="-128"/>
                <a:ea typeface="Source Han Sans CN" panose="020B0500000000000000" pitchFamily="34" charset="-128"/>
              </a:rPr>
              <a:t>，这说明虽然您在团队管理中展现了一定的人才布局意识和努力，但从团队成员的反馈来看，还有相当的提升空间。梯队建设关键在于合理搭建人才梯队，让团队不仅拥有充足的活力与抗风险性，还能持续促进团队成员的成长与进步。</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合理的人才梯队建设要求管理者具备深刻的团队和个人能力评估能力，以及对未来发展趋势的准确预见。这不仅涉及到对现有团队成员能力的正确评估，还包括对团队长期需求的预测，以及如何通过培训和发展活动填补这些需求的策略。</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有效的梯队建设还需要您在人才发展上采取主动策略。这意味着不仅要识别和培养潜在的领导者，也要确保团队中的每个成员都有机会学习新技能和接受挑战，从而促进个人职业成长和团队整体能力的提升。</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梯队建设还涉及到如何创造一个支持性的团队文化，其中鼓励分享、合作和持续学习。这样的文化不仅能够增加团队的凝聚力，还能促进知识和技能的跨代传递，为团队带来持续的活力和创新能力。</a:t>
            </a:r>
          </a:p>
          <a:p>
            <a:pPr marL="285750" indent="-285750">
              <a:lnSpc>
                <a:spcPct val="150000"/>
              </a:lnSpc>
              <a:buFont typeface="Arial" panose="020B0604020202020204" pitchFamily="34" charset="0"/>
              <a:buChar char="•"/>
            </a:pPr>
            <a:r>
              <a:rPr lang="zh-CN" altLang="en-US" sz="1200" b="1" dirty="0">
                <a:solidFill>
                  <a:srgbClr val="000000"/>
                </a:solidFill>
                <a:latin typeface="Source Han Sans CN" panose="020B0500000000000000" pitchFamily="34" charset="-128"/>
                <a:ea typeface="Source Han Sans CN" panose="020B0500000000000000" pitchFamily="34" charset="-128"/>
              </a:rPr>
              <a:t>为了提升您在梯队建设方面的表现，以下是一些建议和行动计划，您可根据当地实际情况进行调整：</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进行能力和需求评估：定期评估团队成员的技能和职业发展需求，以及团队未来发展的需求，以确定关键的培训和发展领域。</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制定个性化发展计划：为团队成员制定个性化的职业发展计划，包括培训、指导和挑战性项目，以帮助他们提升技能和准备接受更大的责任。</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建立导师制度：推行导师制度，鼓励经验丰富的团队成员指导新成员或潜在的领导者，以促进知识传承和团队协作。</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培养团队文化：创造一个鼓励学习、分享和合作的团队文化，确保团队成员能在支持性的环境中成长和发展。</a:t>
            </a:r>
          </a:p>
          <a:p>
            <a:pPr marL="285750"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通过以上措施，您不仅能够提升团队的活力和抗风险性，还能确保团队成员能够不断成长和进步，最终实现团队和组织的长期成功。</a:t>
            </a:r>
          </a:p>
          <a:p>
            <a:pPr marL="285750" indent="-285750">
              <a:lnSpc>
                <a:spcPct val="150000"/>
              </a:lnSpc>
              <a:buFont typeface="Arial" panose="020B0604020202020204" pitchFamily="34" charset="0"/>
              <a:buChar char="•"/>
            </a:pPr>
            <a:endParaRPr lang="zh-CN" altLang="en-US" sz="1600" dirty="0">
              <a:solidFill>
                <a:srgbClr val="000000"/>
              </a:solidFill>
              <a:highlight>
                <a:srgbClr val="FFFF00"/>
              </a:highlight>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2204543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11" name="文本框 10">
            <a:extLst>
              <a:ext uri="{FF2B5EF4-FFF2-40B4-BE49-F238E27FC236}">
                <a16:creationId xmlns:a16="http://schemas.microsoft.com/office/drawing/2014/main" id="{9F329159-71CE-A7E1-4676-8520D2CD836C}"/>
              </a:ext>
            </a:extLst>
          </p:cNvPr>
          <p:cNvSpPr txBox="1"/>
          <p:nvPr/>
        </p:nvSpPr>
        <p:spPr>
          <a:xfrm>
            <a:off x="258618" y="298093"/>
            <a:ext cx="6096000" cy="369332"/>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b="1" dirty="0">
                <a:solidFill>
                  <a:srgbClr val="000000"/>
                </a:solidFill>
                <a:latin typeface="Source Han Sans CN Medium" panose="020B0500000000000000" pitchFamily="34" charset="-128"/>
                <a:ea typeface="Source Han Sans CN Medium" panose="020B0500000000000000" pitchFamily="34" charset="-128"/>
              </a:rPr>
              <a:t>3. </a:t>
            </a:r>
            <a:r>
              <a:rPr lang="zh-CN" altLang="en-US"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b="1" dirty="0">
                <a:solidFill>
                  <a:srgbClr val="000000"/>
                </a:solidFill>
                <a:latin typeface="Source Han Sans CN Medium" panose="020B0500000000000000" pitchFamily="34" charset="-128"/>
                <a:ea typeface="Source Han Sans CN Medium" panose="020B0500000000000000" pitchFamily="34" charset="-128"/>
              </a:rPr>
              <a:t>-</a:t>
            </a:r>
            <a:r>
              <a:rPr lang="zh-CN" altLang="en-US" b="1" dirty="0">
                <a:solidFill>
                  <a:srgbClr val="000000"/>
                </a:solidFill>
                <a:latin typeface="Source Han Sans CN Medium" panose="020B0500000000000000" pitchFamily="34" charset="-128"/>
                <a:ea typeface="Source Han Sans CN Medium" panose="020B0500000000000000" pitchFamily="34" charset="-128"/>
              </a:rPr>
              <a:t>需要注意的低分维度</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8" name="文本框 7">
            <a:extLst>
              <a:ext uri="{FF2B5EF4-FFF2-40B4-BE49-F238E27FC236}">
                <a16:creationId xmlns:a16="http://schemas.microsoft.com/office/drawing/2014/main" id="{6F5E057E-656C-6341-9B3E-D3C3A133FE9B}"/>
              </a:ext>
            </a:extLst>
          </p:cNvPr>
          <p:cNvSpPr txBox="1"/>
          <p:nvPr/>
        </p:nvSpPr>
        <p:spPr>
          <a:xfrm>
            <a:off x="258618" y="846539"/>
            <a:ext cx="11659404" cy="43103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知人善任</a:t>
            </a:r>
            <a:r>
              <a:rPr lang="en-US" altLang="zh-CN" sz="1600" b="1" dirty="0">
                <a:highlight>
                  <a:srgbClr val="FFFF00"/>
                </a:highlight>
                <a:latin typeface="Source Han Sans CN" panose="020B0500000000000000" pitchFamily="34" charset="-128"/>
                <a:ea typeface="Source Han Sans CN" panose="020B0500000000000000" pitchFamily="34" charset="-128"/>
              </a:rPr>
              <a:t>-3.51</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这个得分表明您已经在理解并尊重员工的多元文化背景、发掘和利用员工的潜力和优势以及为员工提供适宜的工作和发展机会方面做出了努力。然而，团队成员的评价显示，仍有进一步提升的空间。“知人善任”是一种高效的管理策略，要求管理者不仅要深入了解每位团队成员的独特背景和能力，还要能够根据他们的特点，将他们放在最适合的位置上。这种策略不仅可以最大化个人的工作效率和满意度，也能促进团队整体的协作和生产力。</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有效地实施“知人善任”策略，需要您深入了解每位团队成员的个人背景、技能、兴趣和职业目标。这可能需要您通过一对一的会谈、团队建设活动或定期的绩效反馈会议来实现。尊重并利用团队成员的多元文化背景，可以为团队带来新的视角和创新的解决方案。鼓励团队成员分享他们的文化和经验，不仅能增强团队的多样性和包容性，还能促进团队成员之间的相互理解和尊重。</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根据每位团队成员的潜力和优势为他们提供适宜的工作和发展机会，是“知人善任”策略的关键。这要求您能够准确评估团队成员的能力，并根据他们的能力和职业目标，提供相应的培训、指导和提升机会。</a:t>
            </a:r>
          </a:p>
          <a:p>
            <a:pPr marL="285750" indent="-285750">
              <a:lnSpc>
                <a:spcPct val="150000"/>
              </a:lnSpc>
              <a:buFont typeface="Arial" panose="020B0604020202020204" pitchFamily="34" charset="0"/>
              <a:buChar char="•"/>
            </a:pPr>
            <a:r>
              <a:rPr lang="zh-CN" altLang="en-US" sz="1200" b="1" dirty="0">
                <a:solidFill>
                  <a:srgbClr val="000000"/>
                </a:solidFill>
                <a:latin typeface="Source Han Sans CN" panose="020B0500000000000000" pitchFamily="34" charset="-128"/>
                <a:ea typeface="Source Han Sans CN" panose="020B0500000000000000" pitchFamily="34" charset="-128"/>
              </a:rPr>
              <a:t>为了提升您在知人善任方面的表现，以下是一些建议和行动计划，您可根据当地实际情况进行调整：</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加强个人了解：定期与团队成员进行一对一的交流，了解他们的个人背景、兴趣、技能和职业发展目标。</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促进文化多样性：组织多元文化交流和团队建设活动，鼓励团队成员分享自己的文化背景和经验，促进团队的多样性和包容性。</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发掘和利用员工潜力：通过定期的绩效评估，了解员工职业规划，识别团队成员的潜力和优势，为他们匹配最适合的角色和发展机会。</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提供个性化的发展计划：根据团队里的骨干成员的能力和职业目标，制定个性化的发展计划，包括培训、指导和晋升机会。</a:t>
            </a:r>
          </a:p>
          <a:p>
            <a:pPr marL="285750"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通过实施这些措施，您不仅能够更有效地发挥每位团队成员的潜能，还能提升团队的整体协作和创新能力，进一步提高团队的工作满意度和效率。</a:t>
            </a:r>
            <a:endParaRPr lang="zh-CN" altLang="en-US" sz="1600" dirty="0">
              <a:solidFill>
                <a:srgbClr val="000000"/>
              </a:solidFill>
              <a:highlight>
                <a:srgbClr val="FFFF00"/>
              </a:highlight>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3405346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11" name="文本框 10">
            <a:extLst>
              <a:ext uri="{FF2B5EF4-FFF2-40B4-BE49-F238E27FC236}">
                <a16:creationId xmlns:a16="http://schemas.microsoft.com/office/drawing/2014/main" id="{9F329159-71CE-A7E1-4676-8520D2CD836C}"/>
              </a:ext>
            </a:extLst>
          </p:cNvPr>
          <p:cNvSpPr txBox="1"/>
          <p:nvPr/>
        </p:nvSpPr>
        <p:spPr>
          <a:xfrm>
            <a:off x="258618" y="298093"/>
            <a:ext cx="6096000" cy="369332"/>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b="1" dirty="0">
                <a:solidFill>
                  <a:srgbClr val="000000"/>
                </a:solidFill>
                <a:latin typeface="Source Han Sans CN Medium" panose="020B0500000000000000" pitchFamily="34" charset="-128"/>
                <a:ea typeface="Source Han Sans CN Medium" panose="020B0500000000000000" pitchFamily="34" charset="-128"/>
              </a:rPr>
              <a:t>3. </a:t>
            </a:r>
            <a:r>
              <a:rPr lang="zh-CN" altLang="en-US"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b="1" dirty="0">
                <a:solidFill>
                  <a:srgbClr val="000000"/>
                </a:solidFill>
                <a:latin typeface="Source Han Sans CN Medium" panose="020B0500000000000000" pitchFamily="34" charset="-128"/>
                <a:ea typeface="Source Han Sans CN Medium" panose="020B0500000000000000" pitchFamily="34" charset="-128"/>
              </a:rPr>
              <a:t>-</a:t>
            </a:r>
            <a:r>
              <a:rPr lang="zh-CN" altLang="en-US" b="1" dirty="0">
                <a:solidFill>
                  <a:srgbClr val="000000"/>
                </a:solidFill>
                <a:latin typeface="Source Han Sans CN Medium" panose="020B0500000000000000" pitchFamily="34" charset="-128"/>
                <a:ea typeface="Source Han Sans CN Medium" panose="020B0500000000000000" pitchFamily="34" charset="-128"/>
              </a:rPr>
              <a:t>需要注意的低分维度</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8" name="文本框 7">
            <a:extLst>
              <a:ext uri="{FF2B5EF4-FFF2-40B4-BE49-F238E27FC236}">
                <a16:creationId xmlns:a16="http://schemas.microsoft.com/office/drawing/2014/main" id="{6F5E057E-656C-6341-9B3E-D3C3A133FE9B}"/>
              </a:ext>
            </a:extLst>
          </p:cNvPr>
          <p:cNvSpPr txBox="1"/>
          <p:nvPr/>
        </p:nvSpPr>
        <p:spPr>
          <a:xfrm>
            <a:off x="258618" y="846539"/>
            <a:ext cx="11659404" cy="40333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情绪管理</a:t>
            </a:r>
            <a:r>
              <a:rPr lang="en-US" altLang="zh-CN" sz="1600" b="1" dirty="0">
                <a:highlight>
                  <a:srgbClr val="FFFF00"/>
                </a:highlight>
                <a:latin typeface="Source Han Sans CN" panose="020B0500000000000000" pitchFamily="34" charset="-128"/>
                <a:ea typeface="Source Han Sans CN" panose="020B0500000000000000" pitchFamily="34" charset="-128"/>
              </a:rPr>
              <a:t>/</a:t>
            </a:r>
            <a:r>
              <a:rPr lang="zh-CN" altLang="en-US" sz="1600" b="1" dirty="0">
                <a:highlight>
                  <a:srgbClr val="FFFF00"/>
                </a:highlight>
                <a:latin typeface="Source Han Sans CN" panose="020B0500000000000000" pitchFamily="34" charset="-128"/>
                <a:ea typeface="Source Han Sans CN" panose="020B0500000000000000" pitchFamily="34" charset="-128"/>
              </a:rPr>
              <a:t>抗压</a:t>
            </a:r>
            <a:r>
              <a:rPr lang="en-US" altLang="zh-CN" sz="1600" b="1" dirty="0">
                <a:highlight>
                  <a:srgbClr val="FFFF00"/>
                </a:highlight>
                <a:latin typeface="Source Han Sans CN" panose="020B0500000000000000" pitchFamily="34" charset="-128"/>
                <a:ea typeface="Source Han Sans CN" panose="020B0500000000000000" pitchFamily="34" charset="-128"/>
              </a:rPr>
              <a:t>-3.52</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这个得分反映出您在处理高压工作情境下保持稳定情绪，以及在紧急且重要的情况下保持冷静、做出理性判断的能力方面，已经有了一定的基础。然而，这个得分也暗示了还有进一步提升空间，特别是在增强对压力的适应性和提高应对紧急情况时的冷静度方面。</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情绪管理和抗压能力对于一个领导者来说至关重要，它们不仅影响到领导者自身的决策和效率，还直接影响到团队的氛围和成员的表现。良好的情绪管理能力可以帮助您在面对挑战和压力时保持正面的态度，有效地引导团队克服困难。</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提升情绪管理和抗压能力需要您增强自我意识，识别在高压环境下可能触发负面情绪的因素，学会通过积极的方式来调节这些情绪。这可能涉及到学习一些放松技巧，如深呼吸、冥想或定期进行体育锻炼，以减轻压力和提高心理韧性。</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作为领导者，建立有效的压力管理机制也非常重要。这包括为团队成员提供支持和资源，帮助他们应对工作中的挑战，以及创造一个鼓励开放沟通、相互支持的团队文化。</a:t>
            </a:r>
          </a:p>
          <a:p>
            <a:pPr marL="285750" indent="-285750">
              <a:lnSpc>
                <a:spcPct val="150000"/>
              </a:lnSpc>
              <a:buFont typeface="Arial" panose="020B0604020202020204" pitchFamily="34" charset="0"/>
              <a:buChar char="•"/>
            </a:pPr>
            <a:r>
              <a:rPr lang="zh-CN" altLang="en-US" sz="1200" b="1" dirty="0">
                <a:solidFill>
                  <a:srgbClr val="000000"/>
                </a:solidFill>
                <a:latin typeface="Source Han Sans CN" panose="020B0500000000000000" pitchFamily="34" charset="-128"/>
                <a:ea typeface="Source Han Sans CN" panose="020B0500000000000000" pitchFamily="34" charset="-128"/>
              </a:rPr>
              <a:t>为了提升您在情绪管理</a:t>
            </a:r>
            <a:r>
              <a:rPr lang="en-US" altLang="zh-CN" sz="1200" b="1" dirty="0">
                <a:solidFill>
                  <a:srgbClr val="000000"/>
                </a:solidFill>
                <a:latin typeface="Source Han Sans CN" panose="020B0500000000000000" pitchFamily="34" charset="-128"/>
                <a:ea typeface="Source Han Sans CN" panose="020B0500000000000000" pitchFamily="34" charset="-128"/>
              </a:rPr>
              <a:t>/</a:t>
            </a:r>
            <a:r>
              <a:rPr lang="zh-CN" altLang="en-US" sz="1200" b="1" dirty="0">
                <a:solidFill>
                  <a:srgbClr val="000000"/>
                </a:solidFill>
                <a:latin typeface="Source Han Sans CN" panose="020B0500000000000000" pitchFamily="34" charset="-128"/>
                <a:ea typeface="Source Han Sans CN" panose="020B0500000000000000" pitchFamily="34" charset="-128"/>
              </a:rPr>
              <a:t>抗压的表现，以下是一些建议和行动计划，您可根据自己的实际情况进行调整：</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增强自我意识：通过日常反思和尝试撰写情绪日记，识别在特定情境下可能引发负面情绪的触发点，并探索有效的情绪调节策略。</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学习放松技巧：掌握一些基本的放松技巧，如深呼吸、冥想或瑜伽等，定期实践这些技巧，以提高在压力环境下的冷静和理性。</a:t>
            </a:r>
          </a:p>
          <a:p>
            <a:pPr marL="742950" lvl="1"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创建支持性文化：营造一个鼓励正面沟通和相互尊重的团队文化，鼓励团队成员在面对挑战时共同寻求解决方案，而不是个人单打独斗。</a:t>
            </a:r>
            <a:endParaRPr lang="en-US" altLang="zh-CN" sz="1200" dirty="0">
              <a:solidFill>
                <a:srgbClr val="000000"/>
              </a:solidFill>
              <a:latin typeface="Source Han Sans CN" panose="020B0500000000000000" pitchFamily="34" charset="-128"/>
              <a:ea typeface="Source Han Sans CN" panose="020B0500000000000000" pitchFamily="34" charset="-128"/>
            </a:endParaRPr>
          </a:p>
          <a:p>
            <a:pPr marL="285750" indent="-285750">
              <a:lnSpc>
                <a:spcPct val="150000"/>
              </a:lnSpc>
              <a:buFont typeface="Arial" panose="020B0604020202020204" pitchFamily="34" charset="0"/>
              <a:buChar char="•"/>
            </a:pPr>
            <a:r>
              <a:rPr lang="zh-CN" altLang="en-US" sz="1200" dirty="0">
                <a:solidFill>
                  <a:srgbClr val="000000"/>
                </a:solidFill>
                <a:latin typeface="Source Han Sans CN" panose="020B0500000000000000" pitchFamily="34" charset="-128"/>
                <a:ea typeface="Source Han Sans CN" panose="020B0500000000000000" pitchFamily="34" charset="-128"/>
              </a:rPr>
              <a:t>通过实施这些措施，您不仅能够提升自己在情绪管理和抗压方面的能力，还能帮助团队成员提高应对压力的能力，从而创建一个更加健康、积极和高效的工作环境。</a:t>
            </a:r>
            <a:endParaRPr lang="zh-CN" altLang="en-US" sz="1600" dirty="0">
              <a:solidFill>
                <a:srgbClr val="000000"/>
              </a:solidFill>
              <a:highlight>
                <a:srgbClr val="FFFF00"/>
              </a:highlight>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2458998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8D5C6E-553E-A94E-AC0C-27560690DBC5}"/>
              </a:ext>
            </a:extLst>
          </p:cNvPr>
          <p:cNvPicPr>
            <a:picLocks noChangeAspect="1"/>
          </p:cNvPicPr>
          <p:nvPr/>
        </p:nvPicPr>
        <p:blipFill>
          <a:blip r:embed="rId3"/>
          <a:stretch>
            <a:fillRect/>
          </a:stretch>
        </p:blipFill>
        <p:spPr>
          <a:xfrm>
            <a:off x="0" y="0"/>
            <a:ext cx="12192000" cy="6858000"/>
          </a:xfrm>
          <a:prstGeom prst="rect">
            <a:avLst/>
          </a:prstGeom>
        </p:spPr>
      </p:pic>
      <p:sp>
        <p:nvSpPr>
          <p:cNvPr id="3" name="矩形 2"/>
          <p:cNvSpPr/>
          <p:nvPr/>
        </p:nvSpPr>
        <p:spPr>
          <a:xfrm>
            <a:off x="0" y="0"/>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355348" y="2094976"/>
            <a:ext cx="11311855" cy="461665"/>
          </a:xfrm>
          <a:prstGeom prst="rect">
            <a:avLst/>
          </a:prstGeom>
          <a:noFill/>
        </p:spPr>
        <p:txBody>
          <a:bodyPr wrap="square" rtlCol="0">
            <a:spAutoFit/>
          </a:bodyPr>
          <a:lstStyle/>
          <a:p>
            <a:pPr>
              <a:lnSpc>
                <a:spcPct val="100000"/>
              </a:lnSpc>
              <a:defRPr/>
            </a:pP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管理者评测报告后记</a:t>
            </a:r>
            <a:endParaRPr kumimoji="0" lang="zh-CN" altLang="en-US" sz="2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355347" y="2729920"/>
            <a:ext cx="6569559" cy="2031325"/>
          </a:xfrm>
          <a:prstGeom prst="rect">
            <a:avLst/>
          </a:prstGeom>
          <a:noFill/>
        </p:spPr>
        <p:txBody>
          <a:bodyPr wrap="square" rtlCol="0">
            <a:spAutoFit/>
          </a:bodyPr>
          <a:lstStyle/>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管理测评旨在通过多角度多维度的反馈，帮助管理者全面了解自身能力，并制定提升计划，促进持续成长。</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本项目每年进行一次，后续将持续展现年度间的对比情况，方便管理者进行跟进了解。</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如有任何管理问题、咨询以及技能提升的需求，欢迎随时联系我们。</a:t>
            </a:r>
          </a:p>
        </p:txBody>
      </p:sp>
      <p:cxnSp>
        <p:nvCxnSpPr>
          <p:cNvPr id="12" name="直接连接符 11"/>
          <p:cNvCxnSpPr/>
          <p:nvPr/>
        </p:nvCxnSpPr>
        <p:spPr>
          <a:xfrm>
            <a:off x="454701" y="2664617"/>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4"/>
          <a:stretch>
            <a:fillRect/>
          </a:stretch>
        </p:blipFill>
        <p:spPr>
          <a:xfrm>
            <a:off x="355348" y="1576674"/>
            <a:ext cx="2764279" cy="518302"/>
          </a:xfrm>
          <a:prstGeom prst="rect">
            <a:avLst/>
          </a:prstGeom>
        </p:spPr>
      </p:pic>
      <p:sp>
        <p:nvSpPr>
          <p:cNvPr id="5" name="副标题 2">
            <a:extLst>
              <a:ext uri="{FF2B5EF4-FFF2-40B4-BE49-F238E27FC236}">
                <a16:creationId xmlns:a16="http://schemas.microsoft.com/office/drawing/2014/main" id="{DE572894-6A69-8F82-9166-7063D23A1991}"/>
              </a:ext>
            </a:extLst>
          </p:cNvPr>
          <p:cNvSpPr txBox="1">
            <a:spLocks/>
          </p:cNvSpPr>
          <p:nvPr/>
        </p:nvSpPr>
        <p:spPr>
          <a:xfrm>
            <a:off x="355347" y="5015651"/>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2024.02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spTree>
    <p:extLst>
      <p:ext uri="{BB962C8B-B14F-4D97-AF65-F5344CB8AC3E}">
        <p14:creationId xmlns:p14="http://schemas.microsoft.com/office/powerpoint/2010/main" val="11898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_Office 主题">
  <a:themeElements>
    <a:clrScheme name="自定义 10">
      <a:dk1>
        <a:srgbClr val="2E2E2E"/>
      </a:dk1>
      <a:lt1>
        <a:sysClr val="window" lastClr="FFFFFF"/>
      </a:lt1>
      <a:dk2>
        <a:srgbClr val="44546A"/>
      </a:dk2>
      <a:lt2>
        <a:srgbClr val="E7E6E6"/>
      </a:lt2>
      <a:accent1>
        <a:srgbClr val="2FD0D4"/>
      </a:accent1>
      <a:accent2>
        <a:srgbClr val="2E2E2E"/>
      </a:accent2>
      <a:accent3>
        <a:srgbClr val="A5A5A5"/>
      </a:accent3>
      <a:accent4>
        <a:srgbClr val="FFC000"/>
      </a:accent4>
      <a:accent5>
        <a:srgbClr val="4472C4"/>
      </a:accent5>
      <a:accent6>
        <a:srgbClr val="70AD47"/>
      </a:accent6>
      <a:hlink>
        <a:srgbClr val="FFD03B"/>
      </a:hlink>
      <a:folHlink>
        <a:srgbClr val="954F72"/>
      </a:folHlink>
    </a:clrScheme>
    <a:fontScheme name="自定义 7">
      <a:majorFont>
        <a:latin typeface="Source Han Sans Light"/>
        <a:ea typeface="思源黑体 CN Heavy"/>
        <a:cs typeface=""/>
      </a:majorFont>
      <a:minorFont>
        <a:latin typeface="Source Han Sans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Personnalisé 30">
      <a:dk1>
        <a:srgbClr val="1D1D1D"/>
      </a:dk1>
      <a:lt1>
        <a:sysClr val="window" lastClr="FFFFFF"/>
      </a:lt1>
      <a:dk2>
        <a:srgbClr val="111111"/>
      </a:dk2>
      <a:lt2>
        <a:srgbClr val="F8F8F8"/>
      </a:lt2>
      <a:accent1>
        <a:srgbClr val="F44336"/>
      </a:accent1>
      <a:accent2>
        <a:srgbClr val="9C27B0"/>
      </a:accent2>
      <a:accent3>
        <a:srgbClr val="3F51B5"/>
      </a:accent3>
      <a:accent4>
        <a:srgbClr val="03A9F4"/>
      </a:accent4>
      <a:accent5>
        <a:srgbClr val="009688"/>
      </a:accent5>
      <a:accent6>
        <a:srgbClr val="8BC34A"/>
      </a:accent6>
      <a:hlink>
        <a:srgbClr val="F44336"/>
      </a:hlink>
      <a:folHlink>
        <a:srgbClr val="3F51B5"/>
      </a:folHlink>
    </a:clrScheme>
    <a:fontScheme name="Slidor">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bIns="0" rtlCol="0" anchor="t">
        <a:spAutoFit/>
      </a:bodyPr>
      <a:lstStyle>
        <a:defPPr algn="l">
          <a:lnSpc>
            <a:spcPct val="15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8532</TotalTime>
  <Words>5286</Words>
  <Application>Microsoft Macintosh PowerPoint</Application>
  <PresentationFormat>宽屏</PresentationFormat>
  <Paragraphs>207</Paragraphs>
  <Slides>19</Slides>
  <Notes>14</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19</vt:i4>
      </vt:variant>
    </vt:vector>
  </HeadingPairs>
  <TitlesOfParts>
    <vt:vector size="42" baseType="lpstr">
      <vt:lpstr>等线</vt:lpstr>
      <vt:lpstr>等线 Light</vt:lpstr>
      <vt:lpstr>思源黑体 CN Bold</vt:lpstr>
      <vt:lpstr>思源黑体 CN Light</vt:lpstr>
      <vt:lpstr>微软雅黑</vt:lpstr>
      <vt:lpstr>微软雅黑</vt:lpstr>
      <vt:lpstr>PingFang SC</vt:lpstr>
      <vt:lpstr>Source Han Sans CN</vt:lpstr>
      <vt:lpstr>Source Han Sans CN Bold</vt:lpstr>
      <vt:lpstr>Source Han Sans CN Light</vt:lpstr>
      <vt:lpstr>Source Han Sans CN Medium</vt:lpstr>
      <vt:lpstr>Source Han Sans CN Normal</vt:lpstr>
      <vt:lpstr>Source Han Sans CN Regular</vt:lpstr>
      <vt:lpstr>Source Han Sans Light</vt:lpstr>
      <vt:lpstr>Arial</vt:lpstr>
      <vt:lpstr>Calibri Light</vt:lpstr>
      <vt:lpstr>Helvetica Neue Fin</vt:lpstr>
      <vt:lpstr>Helvetica Neue Moyen</vt:lpstr>
      <vt:lpstr>Helvetica Neue Normal</vt:lpstr>
      <vt:lpstr>Wingdings</vt:lpstr>
      <vt:lpstr>Office 主题​​</vt:lpstr>
      <vt:lpstr>23_Office 主题</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103</cp:revision>
  <cp:lastPrinted>2023-02-15T02:38:21Z</cp:lastPrinted>
  <dcterms:created xsi:type="dcterms:W3CDTF">2022-03-01T12:43:55Z</dcterms:created>
  <dcterms:modified xsi:type="dcterms:W3CDTF">2024-02-28T10:32:19Z</dcterms:modified>
</cp:coreProperties>
</file>