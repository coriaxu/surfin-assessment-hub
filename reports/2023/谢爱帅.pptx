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66" r:id="rId3"/>
  </p:sldMasterIdLst>
  <p:notesMasterIdLst>
    <p:notesMasterId r:id="rId20"/>
  </p:notesMasterIdLst>
  <p:sldIdLst>
    <p:sldId id="511" r:id="rId4"/>
    <p:sldId id="512" r:id="rId5"/>
    <p:sldId id="513" r:id="rId6"/>
    <p:sldId id="521" r:id="rId7"/>
    <p:sldId id="522" r:id="rId8"/>
    <p:sldId id="523" r:id="rId9"/>
    <p:sldId id="518" r:id="rId10"/>
    <p:sldId id="519" r:id="rId11"/>
    <p:sldId id="524" r:id="rId12"/>
    <p:sldId id="530" r:id="rId13"/>
    <p:sldId id="533" r:id="rId14"/>
    <p:sldId id="534" r:id="rId15"/>
    <p:sldId id="535" r:id="rId16"/>
    <p:sldId id="525" r:id="rId17"/>
    <p:sldId id="256" r:id="rId18"/>
    <p:sldId id="520"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600"/>
    <a:srgbClr val="FFC004"/>
    <a:srgbClr val="0070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22"/>
    <p:restoredTop sz="88016"/>
  </p:normalViewPr>
  <p:slideViewPr>
    <p:cSldViewPr snapToGrid="0" snapToObjects="1" showGuides="1">
      <p:cViewPr>
        <p:scale>
          <a:sx n="110" d="100"/>
          <a:sy n="110" d="100"/>
        </p:scale>
        <p:origin x="1584" y="2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lineChart>
        <c:grouping val="standard"/>
        <c:varyColors val="0"/>
        <c:ser>
          <c:idx val="0"/>
          <c:order val="0"/>
          <c:tx>
            <c:strRef>
              <c:f>Sheet1!$B$1</c:f>
              <c:strCache>
                <c:ptCount val="1"/>
                <c:pt idx="0">
                  <c:v>2023</c:v>
                </c:pt>
              </c:strCache>
            </c:strRef>
          </c:tx>
          <c:spPr>
            <a:ln w="38100" cap="flat" cmpd="dbl" algn="ctr">
              <a:solidFill>
                <a:schemeClr val="accent1"/>
              </a:solidFill>
              <a:miter lim="800000"/>
            </a:ln>
            <a:effectLst/>
          </c:spPr>
          <c:marker>
            <c:symbol val="none"/>
          </c:marker>
          <c:dLbls>
            <c:dLbl>
              <c:idx val="1"/>
              <c:layout>
                <c:manualLayout>
                  <c:x val="-2.2301311663322471E-2"/>
                  <c:y val="2.2299863988388537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13-8DC2-8641-9888-11ECF372B699}"/>
                </c:ext>
              </c:extLst>
            </c:dLbl>
            <c:dLbl>
              <c:idx val="3"/>
              <c:layout>
                <c:manualLayout>
                  <c:x val="-2.4985629388806642E-2"/>
                  <c:y val="-3.344979598258295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B672-784E-99AF-DD888DF741C2}"/>
                </c:ext>
              </c:extLst>
            </c:dLbl>
            <c:dLbl>
              <c:idx val="4"/>
              <c:layout>
                <c:manualLayout>
                  <c:x val="-2.6059356479000307E-2"/>
                  <c:y val="3.790976878026061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B672-784E-99AF-DD888DF741C2}"/>
                </c:ext>
              </c:extLst>
            </c:dLbl>
            <c:dLbl>
              <c:idx val="5"/>
              <c:layout>
                <c:manualLayout>
                  <c:x val="-2.1227584573128806E-2"/>
                  <c:y val="-2.8989823184905204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8DC2-8641-9888-11ECF372B699}"/>
                </c:ext>
              </c:extLst>
            </c:dLbl>
            <c:dLbl>
              <c:idx val="6"/>
              <c:layout>
                <c:manualLayout>
                  <c:x val="-2.2301311663322471E-2"/>
                  <c:y val="2.8989823184905204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8DC2-8641-9888-11ECF372B699}"/>
                </c:ext>
              </c:extLst>
            </c:dLbl>
            <c:dLbl>
              <c:idx val="7"/>
              <c:layout>
                <c:manualLayout>
                  <c:x val="-1.908013039274151E-2"/>
                  <c:y val="-3.3449795982582929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8DC2-8641-9888-11ECF372B699}"/>
                </c:ext>
              </c:extLst>
            </c:dLbl>
            <c:dLbl>
              <c:idx val="8"/>
              <c:layout>
                <c:manualLayout>
                  <c:x val="-4.8070761827970487E-2"/>
                  <c:y val="2.8989823184905204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zh-CN"/>
                </a:p>
              </c:txPr>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16-8DC2-8641-9888-11ECF372B699}"/>
                </c:ext>
              </c:extLst>
            </c:dLbl>
            <c:dLbl>
              <c:idx val="9"/>
              <c:layout>
                <c:manualLayout>
                  <c:x val="-2.069072102803193E-2"/>
                  <c:y val="-3.5679782381421873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B672-784E-99AF-DD888DF741C2}"/>
                </c:ext>
              </c:extLst>
            </c:dLbl>
            <c:dLbl>
              <c:idx val="10"/>
              <c:layout>
                <c:manualLayout>
                  <c:x val="-1.47852220319668E-2"/>
                  <c:y val="2.8989823184905287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zh-CN"/>
                </a:p>
              </c:txPr>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17-8DC2-8641-9888-11ECF372B699}"/>
                </c:ext>
              </c:extLst>
            </c:dLbl>
            <c:dLbl>
              <c:idx val="11"/>
              <c:layout>
                <c:manualLayout>
                  <c:x val="-1.9004969496427913E-3"/>
                  <c:y val="4.0139755179099353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zh-CN"/>
                </a:p>
              </c:txPr>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14-8DC2-8641-9888-11ECF372B699}"/>
                </c:ext>
              </c:extLst>
            </c:dLbl>
            <c:dLbl>
              <c:idx val="12"/>
              <c:layout>
                <c:manualLayout>
                  <c:x val="-1.8543266847644634E-2"/>
                  <c:y val="-3.7909768780260734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B672-784E-99AF-DD888DF741C2}"/>
                </c:ext>
              </c:extLst>
            </c:dLbl>
            <c:dLbl>
              <c:idx val="13"/>
              <c:layout>
                <c:manualLayout>
                  <c:x val="-2.3375038753516139E-2"/>
                  <c:y val="3.5679782381421707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B-8DC2-8641-9888-11ECF372B699}"/>
                </c:ext>
              </c:extLst>
            </c:dLbl>
            <c:dLbl>
              <c:idx val="14"/>
              <c:layout>
                <c:manualLayout>
                  <c:x val="-1.0490313671192209E-2"/>
                  <c:y val="2.7874829985485607E-2"/>
                </c:manualLayout>
              </c:layout>
              <c:spPr>
                <a:noFill/>
                <a:ln>
                  <a:noFill/>
                </a:ln>
                <a:effectLst/>
              </c:spPr>
              <c:txPr>
                <a:bodyPr rot="0" spcFirstLastPara="1" vertOverflow="ellipsis" vert="horz" wrap="square" lIns="38100" tIns="19050" rIns="38100" bIns="19050" anchor="ctr" anchorCtr="1">
                  <a:noAutofit/>
                </a:bodyPr>
                <a:lstStyle/>
                <a:p>
                  <a:pPr>
                    <a:defRPr sz="1197" b="1" i="0" u="none" strike="noStrike" kern="1200" baseline="0">
                      <a:solidFill>
                        <a:srgbClr val="FF2600"/>
                      </a:solidFill>
                      <a:latin typeface="+mn-lt"/>
                      <a:ea typeface="+mn-ea"/>
                      <a:cs typeface="+mn-cs"/>
                    </a:defRPr>
                  </a:pPr>
                  <a:endParaRPr lang="zh-CN"/>
                </a:p>
              </c:txPr>
              <c:dLblPos val="r"/>
              <c:showLegendKey val="0"/>
              <c:showVal val="1"/>
              <c:showCatName val="0"/>
              <c:showSerName val="0"/>
              <c:showPercent val="0"/>
              <c:showBubbleSize val="0"/>
              <c:separator>, </c:separator>
              <c:extLst>
                <c:ext xmlns:c15="http://schemas.microsoft.com/office/drawing/2012/chart" uri="{CE6537A1-D6FC-4f65-9D91-7224C49458BB}">
                  <c15:layout>
                    <c:manualLayout>
                      <c:w val="4.2455169146257611E-2"/>
                      <c:h val="5.3987970715888838E-2"/>
                    </c:manualLayout>
                  </c15:layout>
                </c:ext>
                <c:ext xmlns:c16="http://schemas.microsoft.com/office/drawing/2014/chart" uri="{C3380CC4-5D6E-409C-BE32-E72D297353CC}">
                  <c16:uniqueId val="{00000018-8DC2-8641-9888-11ECF372B699}"/>
                </c:ext>
              </c:extLst>
            </c:dLbl>
            <c:dLbl>
              <c:idx val="15"/>
              <c:layout>
                <c:manualLayout>
                  <c:x val="4.5418655915192129E-3"/>
                  <c:y val="1.3379918393033253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zh-CN"/>
                </a:p>
              </c:txPr>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15-8DC2-8641-9888-11ECF372B699}"/>
                </c:ext>
              </c:extLst>
            </c:dLbl>
            <c:dLbl>
              <c:idx val="16"/>
              <c:layout>
                <c:manualLayout>
                  <c:x val="-4.4312717012292654E-2"/>
                  <c:y val="0"/>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B672-784E-99AF-DD888DF741C2}"/>
                </c:ext>
              </c:extLst>
            </c:dLbl>
            <c:dLbl>
              <c:idx val="17"/>
              <c:layout>
                <c:manualLayout>
                  <c:x val="-3.0891128384871888E-2"/>
                  <c:y val="1.7839891190710895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8DC2-8641-9888-11ECF372B699}"/>
                </c:ext>
              </c:extLst>
            </c:dLbl>
            <c:dLbl>
              <c:idx val="18"/>
              <c:layout>
                <c:manualLayout>
                  <c:x val="-1.1564040761385798E-2"/>
                  <c:y val="4.0139755179099429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8DC2-8641-9888-11ECF372B699}"/>
                </c:ext>
              </c:extLst>
            </c:dLbl>
            <c:dLbl>
              <c:idx val="19"/>
              <c:layout>
                <c:manualLayout>
                  <c:x val="-3.9480945106421229E-2"/>
                  <c:y val="-1.114993199419431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5-8DC2-8641-9888-11ECF372B699}"/>
                </c:ext>
              </c:extLst>
            </c:dLbl>
            <c:dLbl>
              <c:idx val="20"/>
              <c:layout>
                <c:manualLayout>
                  <c:x val="-4.0479511300302046E-3"/>
                  <c:y val="4.4599727976777238E-3"/>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6-8DC2-8641-9888-11ECF372B699}"/>
                </c:ext>
              </c:extLst>
            </c:dLbl>
            <c:dLbl>
              <c:idx val="21"/>
              <c:layout>
                <c:manualLayout>
                  <c:x val="-3.9480945106421153E-2"/>
                  <c:y val="-6.6899591965166672E-3"/>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2600"/>
                      </a:solidFill>
                      <a:latin typeface="+mn-lt"/>
                      <a:ea typeface="+mn-ea"/>
                      <a:cs typeface="+mn-cs"/>
                    </a:defRPr>
                  </a:pPr>
                  <a:endParaRPr lang="zh-CN"/>
                </a:p>
              </c:txPr>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7-8DC2-8641-9888-11ECF372B699}"/>
                </c:ext>
              </c:extLst>
            </c:dLbl>
            <c:dLbl>
              <c:idx val="22"/>
              <c:layout>
                <c:manualLayout>
                  <c:x val="-2.8743674204484555E-2"/>
                  <c:y val="-2.6759836786066384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2600"/>
                      </a:solidFill>
                      <a:latin typeface="+mn-lt"/>
                      <a:ea typeface="+mn-ea"/>
                      <a:cs typeface="+mn-cs"/>
                    </a:defRPr>
                  </a:pPr>
                  <a:endParaRPr lang="zh-CN"/>
                </a:p>
              </c:txPr>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8-8DC2-8641-9888-11ECF372B699}"/>
                </c:ext>
              </c:extLst>
            </c:dLbl>
            <c:dLbl>
              <c:idx val="23"/>
              <c:layout>
                <c:manualLayout>
                  <c:x val="-4.0479511300301257E-3"/>
                  <c:y val="-1.3379918393033253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9-8DC2-8641-9888-11ECF372B699}"/>
                </c:ext>
              </c:extLst>
            </c:dLbl>
            <c:dLbl>
              <c:idx val="24"/>
              <c:layout>
                <c:manualLayout>
                  <c:x val="-2.5522492933903632E-2"/>
                  <c:y val="-2.8989823184905204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zh-CN"/>
                </a:p>
              </c:txPr>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A-8DC2-8641-9888-11ECF372B699}"/>
                </c:ext>
              </c:extLst>
            </c:dLbl>
            <c:dLbl>
              <c:idx val="25"/>
              <c:layout>
                <c:manualLayout>
                  <c:x val="-3.196485547506548E-2"/>
                  <c:y val="1.7839891190710895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C-8DC2-8641-9888-11ECF372B699}"/>
                </c:ext>
              </c:extLst>
            </c:dLbl>
            <c:dLbl>
              <c:idx val="26"/>
              <c:layout>
                <c:manualLayout>
                  <c:x val="-1.9080130392741469E-2"/>
                  <c:y val="2.2299863988388621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2600"/>
                      </a:solidFill>
                      <a:latin typeface="+mn-lt"/>
                      <a:ea typeface="+mn-ea"/>
                      <a:cs typeface="+mn-cs"/>
                    </a:defRPr>
                  </a:pPr>
                  <a:endParaRPr lang="zh-CN"/>
                </a:p>
              </c:txPr>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D-8DC2-8641-9888-11ECF372B699}"/>
                </c:ext>
              </c:extLst>
            </c:dLbl>
            <c:dLbl>
              <c:idx val="27"/>
              <c:layout>
                <c:manualLayout>
                  <c:x val="-3.6259763835840307E-2"/>
                  <c:y val="1.1149931994194227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E-8DC2-8641-9888-11ECF372B699}"/>
                </c:ext>
              </c:extLst>
            </c:dLbl>
            <c:dLbl>
              <c:idx val="28"/>
              <c:layout>
                <c:manualLayout>
                  <c:x val="-2.1227584573128806E-2"/>
                  <c:y val="2.6759836786066259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F-8DC2-8641-9888-11ECF372B699}"/>
                </c:ext>
              </c:extLst>
            </c:dLbl>
            <c:dLbl>
              <c:idx val="29"/>
              <c:layout>
                <c:manualLayout>
                  <c:x val="-3.3038582565259149E-2"/>
                  <c:y val="-2.4529850387227482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10-8DC2-8641-9888-11ECF372B699}"/>
                </c:ext>
              </c:extLst>
            </c:dLbl>
            <c:dLbl>
              <c:idx val="30"/>
              <c:layout>
                <c:manualLayout>
                  <c:x val="-2.1227584573128806E-2"/>
                  <c:y val="-4.6829714375616102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11-8DC2-8641-9888-11ECF372B699}"/>
                </c:ext>
              </c:extLst>
            </c:dLbl>
            <c:dLbl>
              <c:idx val="31"/>
              <c:layout>
                <c:manualLayout>
                  <c:x val="-9.1893284378141652E-3"/>
                  <c:y val="-5.3519673572132685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12-8DC2-8641-9888-11ECF372B69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Sheet1!$A$2:$A$33</c:f>
              <c:strCache>
                <c:ptCount val="32"/>
                <c:pt idx="0">
                  <c:v>业务熟悉度</c:v>
                </c:pt>
                <c:pt idx="1">
                  <c:v>全局意识</c:v>
                </c:pt>
                <c:pt idx="2">
                  <c:v>整体筹划</c:v>
                </c:pt>
                <c:pt idx="3">
                  <c:v>优先级意识</c:v>
                </c:pt>
                <c:pt idx="4">
                  <c:v>果断决策</c:v>
                </c:pt>
                <c:pt idx="5">
                  <c:v>过程管理</c:v>
                </c:pt>
                <c:pt idx="6">
                  <c:v>总结复盘</c:v>
                </c:pt>
                <c:pt idx="7">
                  <c:v>战略传达</c:v>
                </c:pt>
                <c:pt idx="8">
                  <c:v>梯队建设</c:v>
                </c:pt>
                <c:pt idx="9">
                  <c:v>团队氛围</c:v>
                </c:pt>
                <c:pt idx="10">
                  <c:v>公正公平</c:v>
                </c:pt>
                <c:pt idx="11">
                  <c:v>知人善任</c:v>
                </c:pt>
                <c:pt idx="12">
                  <c:v>授权意识</c:v>
                </c:pt>
                <c:pt idx="13">
                  <c:v>及时反馈</c:v>
                </c:pt>
                <c:pt idx="14">
                  <c:v>换位思考</c:v>
                </c:pt>
                <c:pt idx="15">
                  <c:v>向下辅导</c:v>
                </c:pt>
                <c:pt idx="16">
                  <c:v>容错力</c:v>
                </c:pt>
                <c:pt idx="17">
                  <c:v>创新能力</c:v>
                </c:pt>
                <c:pt idx="18">
                  <c:v>学习能力</c:v>
                </c:pt>
                <c:pt idx="19">
                  <c:v>自省</c:v>
                </c:pt>
                <c:pt idx="20">
                  <c:v>影响力</c:v>
                </c:pt>
                <c:pt idx="21">
                  <c:v>适应多元文化</c:v>
                </c:pt>
                <c:pt idx="22">
                  <c:v>本地化策略</c:v>
                </c:pt>
                <c:pt idx="23">
                  <c:v>沟通协调</c:v>
                </c:pt>
                <c:pt idx="24">
                  <c:v>情绪管理/抗压</c:v>
                </c:pt>
                <c:pt idx="25">
                  <c:v>榜样意识</c:v>
                </c:pt>
                <c:pt idx="26">
                  <c:v>目标感</c:v>
                </c:pt>
                <c:pt idx="27">
                  <c:v>简单开放</c:v>
                </c:pt>
                <c:pt idx="28">
                  <c:v>极致执行</c:v>
                </c:pt>
                <c:pt idx="29">
                  <c:v>自我驱动</c:v>
                </c:pt>
                <c:pt idx="30">
                  <c:v>拥抱变化</c:v>
                </c:pt>
                <c:pt idx="31">
                  <c:v>创业心态</c:v>
                </c:pt>
              </c:strCache>
            </c:strRef>
          </c:cat>
          <c:val>
            <c:numRef>
              <c:f>Sheet1!$B$2:$B$33</c:f>
              <c:numCache>
                <c:formatCode>0.00</c:formatCode>
                <c:ptCount val="32"/>
                <c:pt idx="0">
                  <c:v>4.63</c:v>
                </c:pt>
                <c:pt idx="1">
                  <c:v>4.38</c:v>
                </c:pt>
                <c:pt idx="2">
                  <c:v>4.13</c:v>
                </c:pt>
                <c:pt idx="3">
                  <c:v>4.38</c:v>
                </c:pt>
                <c:pt idx="4">
                  <c:v>4.38</c:v>
                </c:pt>
                <c:pt idx="5">
                  <c:v>4.38</c:v>
                </c:pt>
                <c:pt idx="6">
                  <c:v>4</c:v>
                </c:pt>
                <c:pt idx="7">
                  <c:v>3.88</c:v>
                </c:pt>
                <c:pt idx="8">
                  <c:v>3.75</c:v>
                </c:pt>
                <c:pt idx="9">
                  <c:v>3.5</c:v>
                </c:pt>
                <c:pt idx="10">
                  <c:v>3.25</c:v>
                </c:pt>
                <c:pt idx="11">
                  <c:v>3.5</c:v>
                </c:pt>
                <c:pt idx="12">
                  <c:v>3.5</c:v>
                </c:pt>
                <c:pt idx="13">
                  <c:v>3.5</c:v>
                </c:pt>
                <c:pt idx="14">
                  <c:v>3.38</c:v>
                </c:pt>
                <c:pt idx="15">
                  <c:v>4.13</c:v>
                </c:pt>
                <c:pt idx="16">
                  <c:v>3.75</c:v>
                </c:pt>
                <c:pt idx="17">
                  <c:v>3.75</c:v>
                </c:pt>
                <c:pt idx="18">
                  <c:v>3.5</c:v>
                </c:pt>
                <c:pt idx="19">
                  <c:v>3.75</c:v>
                </c:pt>
                <c:pt idx="20">
                  <c:v>3.88</c:v>
                </c:pt>
                <c:pt idx="21">
                  <c:v>3.38</c:v>
                </c:pt>
                <c:pt idx="22">
                  <c:v>3.38</c:v>
                </c:pt>
                <c:pt idx="23">
                  <c:v>3.5</c:v>
                </c:pt>
                <c:pt idx="24">
                  <c:v>3.88</c:v>
                </c:pt>
                <c:pt idx="25">
                  <c:v>3.75</c:v>
                </c:pt>
                <c:pt idx="26">
                  <c:v>3.49</c:v>
                </c:pt>
                <c:pt idx="27">
                  <c:v>4.38</c:v>
                </c:pt>
                <c:pt idx="28">
                  <c:v>3.88</c:v>
                </c:pt>
                <c:pt idx="29">
                  <c:v>3.5</c:v>
                </c:pt>
                <c:pt idx="30">
                  <c:v>4</c:v>
                </c:pt>
                <c:pt idx="31">
                  <c:v>3.75</c:v>
                </c:pt>
              </c:numCache>
            </c:numRef>
          </c:val>
          <c:smooth val="0"/>
          <c:extLst>
            <c:ext xmlns:c16="http://schemas.microsoft.com/office/drawing/2014/chart" uri="{C3380CC4-5D6E-409C-BE32-E72D297353CC}">
              <c16:uniqueId val="{00000000-0363-D64A-AFED-53280F1F7DF3}"/>
            </c:ext>
          </c:extLst>
        </c:ser>
        <c:dLbls>
          <c:dLblPos val="ctr"/>
          <c:showLegendKey val="0"/>
          <c:showVal val="1"/>
          <c:showCatName val="0"/>
          <c:showSerName val="0"/>
          <c:showPercent val="0"/>
          <c:showBubbleSize val="0"/>
        </c:dLbls>
        <c:smooth val="0"/>
        <c:axId val="1378086256"/>
        <c:axId val="1378087904"/>
      </c:lineChart>
      <c:catAx>
        <c:axId val="1378086256"/>
        <c:scaling>
          <c:orientation val="minMax"/>
        </c:scaling>
        <c:delete val="0"/>
        <c:axPos val="b"/>
        <c:majorGridlines>
          <c:spPr>
            <a:ln w="9525" cap="flat" cmpd="sng" algn="ctr">
              <a:solidFill>
                <a:schemeClr val="tx1">
                  <a:lumMod val="15000"/>
                  <a:lumOff val="85000"/>
                  <a:alpha val="32000"/>
                </a:schemeClr>
              </a:solidFill>
              <a:round/>
            </a:ln>
            <a:effectLst/>
          </c:spPr>
        </c:majorGridlines>
        <c:numFmt formatCode="General"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378087904"/>
        <c:crosses val="autoZero"/>
        <c:auto val="1"/>
        <c:lblAlgn val="ctr"/>
        <c:lblOffset val="100"/>
        <c:noMultiLvlLbl val="0"/>
      </c:catAx>
      <c:valAx>
        <c:axId val="1378087904"/>
        <c:scaling>
          <c:orientation val="minMax"/>
          <c:min val="3"/>
        </c:scaling>
        <c:delete val="0"/>
        <c:axPos val="l"/>
        <c:majorGridlines>
          <c:spPr>
            <a:ln w="9525" cap="flat" cmpd="sng" algn="ctr">
              <a:solidFill>
                <a:schemeClr val="tx1">
                  <a:lumMod val="15000"/>
                  <a:lumOff val="85000"/>
                  <a:alpha val="32000"/>
                </a:schemeClr>
              </a:solidFill>
              <a:round/>
            </a:ln>
            <a:effectLst/>
          </c:spPr>
        </c:majorGridlines>
        <c:numFmt formatCode="0.00"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378086256"/>
        <c:crosses val="autoZero"/>
        <c:crossBetween val="between"/>
      </c:valAx>
      <c:dTable>
        <c:showHorzBorder val="1"/>
        <c:showVertBorder val="1"/>
        <c:showOutline val="1"/>
        <c:showKeys val="1"/>
        <c:spPr>
          <a:noFill/>
          <a:ln w="9525">
            <a:solidFill>
              <a:schemeClr val="tx1">
                <a:lumMod val="15000"/>
                <a:lumOff val="85000"/>
              </a:schemeClr>
            </a:solidFill>
          </a:ln>
          <a:effectLst/>
        </c:spPr>
        <c:txPr>
          <a:bodyPr rot="0" spcFirstLastPara="1" vertOverflow="ellipsis" vert="horz" wrap="square" anchor="ctr" anchorCtr="1"/>
          <a:lstStyle/>
          <a:p>
            <a:pPr rtl="0">
              <a:defRPr sz="1050" b="0" i="0" u="none" strike="noStrike" kern="1200" baseline="0">
                <a:solidFill>
                  <a:schemeClr val="tx1">
                    <a:lumMod val="65000"/>
                    <a:lumOff val="35000"/>
                  </a:schemeClr>
                </a:solidFill>
                <a:latin typeface="Source Han Sans CN" panose="020B0500000000000000" pitchFamily="34" charset="-128"/>
                <a:ea typeface="Source Han Sans CN" panose="020B0500000000000000" pitchFamily="34" charset="-128"/>
                <a:cs typeface="+mn-cs"/>
              </a:defRPr>
            </a:pPr>
            <a:endParaRPr lang="zh-CN"/>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37">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38100" cap="flat" cmpd="dbl" algn="ctr">
        <a:solidFill>
          <a:schemeClr val="phClr"/>
        </a:solidFill>
        <a:miter lim="800000"/>
      </a:ln>
    </cs:spPr>
  </cs:dataPointLine>
  <cs:dataPointMarker>
    <cs:lnRef idx="0">
      <cs:styleClr val="auto"/>
    </cs:lnRef>
    <cs:fillRef idx="0">
      <cs:styleClr val="auto"/>
    </cs:fillRef>
    <cs:effectRef idx="0"/>
    <cs:fontRef idx="minor">
      <a:schemeClr val="tx1"/>
    </cs:fontRef>
    <cs:spPr>
      <a:solidFill>
        <a:schemeClr val="phClr"/>
      </a:solidFill>
      <a:ln w="9525" cap="flat" cmpd="sng" algn="ctr">
        <a:solidFill>
          <a:schemeClr val="lt1"/>
        </a:solidFill>
        <a:round/>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tx1"/>
    </cs:fontRef>
    <cs:spPr>
      <a:ln w="9525">
        <a:solidFill>
          <a:schemeClr val="tx1">
            <a:lumMod val="35000"/>
            <a:lumOff val="65000"/>
          </a:schemeClr>
        </a:solidFill>
      </a:ln>
    </cs:spPr>
  </cs:dropLine>
  <cs:errorBar>
    <cs:lnRef idx="0"/>
    <cs:fillRef idx="0"/>
    <cs:effectRef idx="0"/>
    <cs:fontRef idx="minor">
      <a:schemeClr val="tx1"/>
    </cs:fontRef>
    <cs:spPr>
      <a:ln w="9525">
        <a:solidFill>
          <a:schemeClr val="tx1">
            <a:lumMod val="65000"/>
            <a:lumOff val="35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alpha val="32000"/>
          </a:schemeClr>
        </a:solidFill>
        <a:round/>
      </a:ln>
    </cs:spPr>
  </cs:gridlineMajor>
  <cs:gridlineMinor>
    <cs:lnRef idx="0"/>
    <cs:fillRef idx="0"/>
    <cs:effectRef idx="0"/>
    <cs:fontRef idx="minor">
      <a:schemeClr val="tx1"/>
    </cs:fontRef>
    <cs:spPr>
      <a:ln>
        <a:solidFill>
          <a:schemeClr val="tx1">
            <a:lumMod val="5000"/>
            <a:lumOff val="95000"/>
            <a:alpha val="32000"/>
          </a:schemeClr>
        </a:solidFill>
      </a:ln>
    </cs:spPr>
  </cs:gridlineMinor>
  <cs:hiLoLine>
    <cs:lnRef idx="0"/>
    <cs:fillRef idx="0"/>
    <cs:effectRef idx="0"/>
    <cs:fontRef idx="minor">
      <a:schemeClr val="tx1"/>
    </cs:fontRef>
    <cs:spPr>
      <a:ln w="9525">
        <a:solidFill>
          <a:schemeClr val="tx1"/>
        </a:solidFill>
      </a:ln>
    </cs:spPr>
  </cs:hiLoLine>
  <cs:leaderLine>
    <cs:lnRef idx="0"/>
    <cs:fillRef idx="0"/>
    <cs:effectRef idx="0"/>
    <cs:fontRef idx="minor">
      <a:schemeClr val="tx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cs:fontRef>
    <cs:spPr>
      <a:ln w="3175" cap="flat" cmpd="sng" algn="ctr">
        <a:solidFill>
          <a:schemeClr val="tx1">
            <a:lumMod val="15000"/>
            <a:lumOff val="85000"/>
          </a:schemeClr>
        </a:solidFill>
        <a:round/>
        <a:tailEnd type="none" w="med" len="lg"/>
      </a:ln>
    </cs:spPr>
    <cs:defRPr sz="1197" kern="1200"/>
  </cs:seriesAxis>
  <cs:seriesLine>
    <cs:lnRef idx="0"/>
    <cs:fillRef idx="0"/>
    <cs:effectRef idx="0"/>
    <cs:fontRef idx="minor">
      <a:schemeClr val="tx1"/>
    </cs:fontRef>
    <cs:spPr>
      <a:ln w="9525">
        <a:solidFill>
          <a:schemeClr val="tx1">
            <a:lumMod val="35000"/>
            <a:lumOff val="65000"/>
          </a:schemeClr>
        </a:solidFill>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tx1"/>
    </cs:fontRef>
    <cs:spPr>
      <a:ln w="12700" cap="rnd"/>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90E7B5-54D2-0745-9742-9F9222E5F908}" type="datetimeFigureOut">
              <a:rPr kumimoji="1" lang="zh-CN" altLang="en-US" smtClean="0"/>
              <a:t>2024/3/1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252687-8099-F64F-9B5B-DB52CB128393}" type="slidenum">
              <a:rPr kumimoji="1" lang="zh-CN" altLang="en-US" smtClean="0"/>
              <a:t>‹#›</a:t>
            </a:fld>
            <a:endParaRPr kumimoji="1" lang="zh-CN" altLang="en-US"/>
          </a:p>
        </p:txBody>
      </p:sp>
    </p:spTree>
    <p:extLst>
      <p:ext uri="{BB962C8B-B14F-4D97-AF65-F5344CB8AC3E}">
        <p14:creationId xmlns:p14="http://schemas.microsoft.com/office/powerpoint/2010/main" val="2139521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3</a:t>
            </a:fld>
            <a:endParaRPr kumimoji="1" lang="zh-CN" altLang="en-US"/>
          </a:p>
        </p:txBody>
      </p:sp>
    </p:spTree>
    <p:extLst>
      <p:ext uri="{BB962C8B-B14F-4D97-AF65-F5344CB8AC3E}">
        <p14:creationId xmlns:p14="http://schemas.microsoft.com/office/powerpoint/2010/main" val="2207085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4</a:t>
            </a:fld>
            <a:endParaRPr kumimoji="1" lang="zh-CN" altLang="en-US"/>
          </a:p>
        </p:txBody>
      </p:sp>
    </p:spTree>
    <p:extLst>
      <p:ext uri="{BB962C8B-B14F-4D97-AF65-F5344CB8AC3E}">
        <p14:creationId xmlns:p14="http://schemas.microsoft.com/office/powerpoint/2010/main" val="4153621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5</a:t>
            </a:fld>
            <a:endParaRPr kumimoji="1" lang="zh-CN" altLang="en-US"/>
          </a:p>
        </p:txBody>
      </p:sp>
    </p:spTree>
    <p:extLst>
      <p:ext uri="{BB962C8B-B14F-4D97-AF65-F5344CB8AC3E}">
        <p14:creationId xmlns:p14="http://schemas.microsoft.com/office/powerpoint/2010/main" val="3215472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6</a:t>
            </a:fld>
            <a:endParaRPr kumimoji="1" lang="zh-CN" altLang="en-US"/>
          </a:p>
        </p:txBody>
      </p:sp>
    </p:spTree>
    <p:extLst>
      <p:ext uri="{BB962C8B-B14F-4D97-AF65-F5344CB8AC3E}">
        <p14:creationId xmlns:p14="http://schemas.microsoft.com/office/powerpoint/2010/main" val="1121287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7</a:t>
            </a:fld>
            <a:endParaRPr kumimoji="1" lang="zh-CN" altLang="en-US"/>
          </a:p>
        </p:txBody>
      </p:sp>
    </p:spTree>
    <p:extLst>
      <p:ext uri="{BB962C8B-B14F-4D97-AF65-F5344CB8AC3E}">
        <p14:creationId xmlns:p14="http://schemas.microsoft.com/office/powerpoint/2010/main" val="3554487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8</a:t>
            </a:fld>
            <a:endParaRPr kumimoji="1" lang="zh-CN" altLang="en-US"/>
          </a:p>
        </p:txBody>
      </p:sp>
    </p:spTree>
    <p:extLst>
      <p:ext uri="{BB962C8B-B14F-4D97-AF65-F5344CB8AC3E}">
        <p14:creationId xmlns:p14="http://schemas.microsoft.com/office/powerpoint/2010/main" val="1341693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a:t>
            </a:r>
            <a:r>
              <a:rPr kumimoji="1" lang="zh-CN" altLang="en-US" dirty="0"/>
              <a:t>年都低的，今年的盲区</a:t>
            </a:r>
            <a:endParaRPr kumimoji="1" lang="en-US" altLang="zh-CN" dirty="0"/>
          </a:p>
          <a:p>
            <a:r>
              <a:rPr kumimoji="1" lang="zh-CN" altLang="en-US" dirty="0"/>
              <a:t>增加说明</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15</a:t>
            </a:fld>
            <a:endParaRPr kumimoji="1" lang="zh-CN" altLang="en-US"/>
          </a:p>
        </p:txBody>
      </p:sp>
    </p:spTree>
    <p:extLst>
      <p:ext uri="{BB962C8B-B14F-4D97-AF65-F5344CB8AC3E}">
        <p14:creationId xmlns:p14="http://schemas.microsoft.com/office/powerpoint/2010/main" val="31283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16</a:t>
            </a:fld>
            <a:endParaRPr kumimoji="1" lang="zh-CN" altLang="en-US"/>
          </a:p>
        </p:txBody>
      </p:sp>
    </p:spTree>
    <p:extLst>
      <p:ext uri="{BB962C8B-B14F-4D97-AF65-F5344CB8AC3E}">
        <p14:creationId xmlns:p14="http://schemas.microsoft.com/office/powerpoint/2010/main" val="16153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hyperlink" Target="https://www.slidor.fr/" TargetMode="Externa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32A470-6FFE-A947-8111-FF9F160EB648}"/>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412D169-F5FA-1749-8A59-6FD4472A04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810457AA-ADFE-8F45-A246-F0F4E5FC2DAC}"/>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3466BD2B-F370-8F4F-A361-AC3E9F9F9BE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78437C3-D594-974C-A647-953B4E07EC2B}"/>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788626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150FFE-492E-3A48-B80B-D79737F4304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0D610B5-DCC0-164D-B3F4-CA4560A8866F}"/>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BA4968F-6A5F-EB46-B1FF-76A6B89E20DE}"/>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C34E8C16-43A3-174C-B943-48038CB74AF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75542B7-DD3F-694B-9878-870FC2BC9377}"/>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694806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FD945E-45C7-D342-9724-6821A67FBE97}"/>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9762E1D3-8A01-074B-A4BE-208212690E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9E683063-DD80-334C-BE5E-CD3DAAF62F1E}"/>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2DD7BB6C-4A12-334E-AC20-F414CCC9398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73B5165-C988-5047-BE59-0F12E2B1A4A8}"/>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1896028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037484-2511-5046-AAEA-A737CF747CE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63F3D21-5C8B-2147-B9DD-7689B91ECF29}"/>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06EF21B5-698D-B84D-B47D-EB77CE78D7F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ECFB320B-72E0-EE40-8B90-EE533A58B3C5}"/>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6" name="页脚占位符 5">
            <a:extLst>
              <a:ext uri="{FF2B5EF4-FFF2-40B4-BE49-F238E27FC236}">
                <a16:creationId xmlns:a16="http://schemas.microsoft.com/office/drawing/2014/main" id="{E6DCFA5F-2A8D-624A-B732-4378E4EC72AC}"/>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3A69FDF-7BF2-5249-BD2A-0F5F76C7A74A}"/>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2181326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1F85A-084A-5C44-AFA6-4B6D438EB9BA}"/>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09F41299-59D4-7F4A-9533-C87ACDC66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5800454-DD61-4340-A4C6-8C5FC50DC19D}"/>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58B1E139-6C6C-B840-8030-69EE5520A2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AFF7684F-D0DD-D442-BFAE-47FB7C1858A8}"/>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4F927C38-3E7F-0548-97A7-E458EACAE1DF}"/>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8" name="页脚占位符 7">
            <a:extLst>
              <a:ext uri="{FF2B5EF4-FFF2-40B4-BE49-F238E27FC236}">
                <a16:creationId xmlns:a16="http://schemas.microsoft.com/office/drawing/2014/main" id="{E2C9B5D1-7E96-1A4A-BE32-388155DDA3CD}"/>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7891027D-1124-1E4D-B15B-29B4655BCF3A}"/>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28578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F26600-6B3F-5044-92FE-60543C6B1DED}"/>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9FB605F0-045A-5E41-AD4D-F0716465AD2F}"/>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4" name="页脚占位符 3">
            <a:extLst>
              <a:ext uri="{FF2B5EF4-FFF2-40B4-BE49-F238E27FC236}">
                <a16:creationId xmlns:a16="http://schemas.microsoft.com/office/drawing/2014/main" id="{8940386F-0C0B-BF4A-B42A-824A78B22FD5}"/>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8EE15E3A-3362-2D47-83D1-E07E0BD56F4F}"/>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3149248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A1BEE0F-3AFF-1047-9761-587D77BAB2A6}"/>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3" name="页脚占位符 2">
            <a:extLst>
              <a:ext uri="{FF2B5EF4-FFF2-40B4-BE49-F238E27FC236}">
                <a16:creationId xmlns:a16="http://schemas.microsoft.com/office/drawing/2014/main" id="{783F0D49-8C8E-B348-B6AB-46587E95A4BB}"/>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A885688B-6EF0-FA40-9479-67B0EDBC8C07}"/>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72402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85AC46-B680-2B4E-BBA9-2CA9A5152BB1}"/>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D06531EB-1737-F44E-AF41-89333AF273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D9F124D6-88A0-9248-A849-3F56BBCA06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A7CF516-71FD-3E4B-9B8F-FC87F1EEC11D}"/>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6" name="页脚占位符 5">
            <a:extLst>
              <a:ext uri="{FF2B5EF4-FFF2-40B4-BE49-F238E27FC236}">
                <a16:creationId xmlns:a16="http://schemas.microsoft.com/office/drawing/2014/main" id="{3977A8F3-B4AB-5640-B746-0A8568E7A97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0AC448D-43EF-D34D-8167-33354BFF57E7}"/>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220957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F4221-17B7-7D4F-949B-C159EF411F3F}"/>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0C896182-9B62-4942-B14E-3A9B8AFEE5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DC5B7F32-D809-3748-8065-C03090A4F5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59D0CD3-428D-3E42-9A2E-051E1FE58A6B}"/>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6" name="页脚占位符 5">
            <a:extLst>
              <a:ext uri="{FF2B5EF4-FFF2-40B4-BE49-F238E27FC236}">
                <a16:creationId xmlns:a16="http://schemas.microsoft.com/office/drawing/2014/main" id="{949E55FA-7A0B-8248-8C7D-26E0E9731C1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F95F59A-C692-8D4B-8C03-8507D7C26E38}"/>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304719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7CFB9A-0A8A-D94B-8424-4C9DAA203A09}"/>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6DAF788-7E67-214E-97C8-BBF86EA6E958}"/>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A986819-A278-5742-A318-44989338DF51}"/>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87404635-B1B3-2145-832C-33B73199D52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18730BD-3BD7-F943-B5C2-9E24945CE544}"/>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2582139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F092535-ED57-3740-812B-23F5C303B0C4}"/>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1CA1B71-C071-4346-A329-4054541B3DAE}"/>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78C0FB2-7261-B943-80CD-CF70AFB5D649}"/>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B4508881-2AD6-2E4F-A1EE-8329BCA539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BC3AF39-7C16-8C41-8DEE-7A5F4C393CB9}"/>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14215534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新空白">
    <p:spTree>
      <p:nvGrpSpPr>
        <p:cNvPr id="1" name=""/>
        <p:cNvGrpSpPr/>
        <p:nvPr/>
      </p:nvGrpSpPr>
      <p:grpSpPr>
        <a:xfrm>
          <a:off x="0" y="0"/>
          <a:ext cx="0" cy="0"/>
          <a:chOff x="0" y="0"/>
          <a:chExt cx="0" cy="0"/>
        </a:xfrm>
      </p:grpSpPr>
      <p:sp>
        <p:nvSpPr>
          <p:cNvPr id="2" name="自由: 形状 4"/>
          <p:cNvSpPr/>
          <p:nvPr userDrawn="1"/>
        </p:nvSpPr>
        <p:spPr>
          <a:xfrm flipV="1">
            <a:off x="0" y="-1"/>
            <a:ext cx="12192000" cy="914401"/>
          </a:xfrm>
          <a:custGeom>
            <a:avLst/>
            <a:gdLst>
              <a:gd name="connsiteX0" fmla="*/ 6096000 w 12192000"/>
              <a:gd name="connsiteY0" fmla="*/ 0 h 720996"/>
              <a:gd name="connsiteX1" fmla="*/ 6212897 w 12192000"/>
              <a:gd name="connsiteY1" fmla="*/ 143216 h 720996"/>
              <a:gd name="connsiteX2" fmla="*/ 12192000 w 12192000"/>
              <a:gd name="connsiteY2" fmla="*/ 143216 h 720996"/>
              <a:gd name="connsiteX3" fmla="*/ 12192000 w 12192000"/>
              <a:gd name="connsiteY3" fmla="*/ 720996 h 720996"/>
              <a:gd name="connsiteX4" fmla="*/ 0 w 12192000"/>
              <a:gd name="connsiteY4" fmla="*/ 720996 h 720996"/>
              <a:gd name="connsiteX5" fmla="*/ 0 w 12192000"/>
              <a:gd name="connsiteY5" fmla="*/ 143216 h 720996"/>
              <a:gd name="connsiteX6" fmla="*/ 5979103 w 12192000"/>
              <a:gd name="connsiteY6" fmla="*/ 143216 h 720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20996">
                <a:moveTo>
                  <a:pt x="6096000" y="0"/>
                </a:moveTo>
                <a:lnTo>
                  <a:pt x="6212897" y="143216"/>
                </a:lnTo>
                <a:lnTo>
                  <a:pt x="12192000" y="143216"/>
                </a:lnTo>
                <a:lnTo>
                  <a:pt x="12192000" y="720996"/>
                </a:lnTo>
                <a:lnTo>
                  <a:pt x="0" y="720996"/>
                </a:lnTo>
                <a:lnTo>
                  <a:pt x="0" y="143216"/>
                </a:lnTo>
                <a:lnTo>
                  <a:pt x="5979103" y="143216"/>
                </a:lnTo>
                <a:close/>
              </a:path>
            </a:pathLst>
          </a:custGeom>
          <a:solidFill>
            <a:srgbClr val="373737"/>
          </a:solidFill>
          <a:ln>
            <a:noFill/>
          </a:ln>
          <a:effectLst>
            <a:outerShdw blurRad="101600" dist="25400" dir="16200000" sx="99000" sy="99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Source Han Sans Light"/>
              <a:cs typeface="+mn-cs"/>
            </a:endParaRPr>
          </a:p>
        </p:txBody>
      </p:sp>
      <p:sp>
        <p:nvSpPr>
          <p:cNvPr id="3" name="矩形 2"/>
          <p:cNvSpPr/>
          <p:nvPr userDrawn="1"/>
        </p:nvSpPr>
        <p:spPr>
          <a:xfrm>
            <a:off x="0" y="0"/>
            <a:ext cx="12192000" cy="6858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936528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949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青色空白">
    <p:bg>
      <p:bgPr>
        <a:solidFill>
          <a:srgbClr val="25BCC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5769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306258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940019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Whit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061245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 logos Slide">
    <p:spTree>
      <p:nvGrpSpPr>
        <p:cNvPr id="1" name=""/>
        <p:cNvGrpSpPr/>
        <p:nvPr/>
      </p:nvGrpSpPr>
      <p:grpSpPr>
        <a:xfrm>
          <a:off x="0" y="0"/>
          <a:ext cx="0" cy="0"/>
          <a:chOff x="0" y="0"/>
          <a:chExt cx="0" cy="0"/>
        </a:xfrm>
      </p:grpSpPr>
      <p:sp>
        <p:nvSpPr>
          <p:cNvPr id="13" name="Espace réservé du contenu 12">
            <a:extLst>
              <a:ext uri="{FF2B5EF4-FFF2-40B4-BE49-F238E27FC236}">
                <a16:creationId xmlns:a16="http://schemas.microsoft.com/office/drawing/2014/main" id="{0FA82258-8070-4B7B-B7C6-919C1BFAD958}"/>
              </a:ext>
            </a:extLst>
          </p:cNvPr>
          <p:cNvSpPr>
            <a:spLocks noGrp="1"/>
          </p:cNvSpPr>
          <p:nvPr>
            <p:ph sz="quarter" idx="10" hasCustomPrompt="1"/>
          </p:nvPr>
        </p:nvSpPr>
        <p:spPr>
          <a:xfrm>
            <a:off x="1579910" y="2595169"/>
            <a:ext cx="1042520" cy="1008570"/>
          </a:xfrm>
          <a:prstGeom prst="rect">
            <a:avLst/>
          </a:prstGeom>
        </p:spPr>
        <p:txBody>
          <a:bodyPr anchor="t"/>
          <a:lstStyle>
            <a:lvl1pPr marL="0" indent="0" algn="ctr">
              <a:buNone/>
              <a:defRPr sz="1000"/>
            </a:lvl1pPr>
          </a:lstStyle>
          <a:p>
            <a:pPr lvl="0"/>
            <a:r>
              <a:rPr lang="fr-FR" dirty="0"/>
              <a:t>Drag &amp; Drop</a:t>
            </a:r>
            <a:endParaRPr lang="en-US" dirty="0"/>
          </a:p>
        </p:txBody>
      </p:sp>
      <p:sp>
        <p:nvSpPr>
          <p:cNvPr id="14" name="Espace réservé du contenu 12">
            <a:extLst>
              <a:ext uri="{FF2B5EF4-FFF2-40B4-BE49-F238E27FC236}">
                <a16:creationId xmlns:a16="http://schemas.microsoft.com/office/drawing/2014/main" id="{24B192B9-1979-47FD-B40B-D105E04FD493}"/>
              </a:ext>
            </a:extLst>
          </p:cNvPr>
          <p:cNvSpPr>
            <a:spLocks noGrp="1"/>
          </p:cNvSpPr>
          <p:nvPr>
            <p:ph sz="quarter" idx="11" hasCustomPrompt="1"/>
          </p:nvPr>
        </p:nvSpPr>
        <p:spPr>
          <a:xfrm>
            <a:off x="3577325"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17" name="Espace réservé du contenu 12">
            <a:extLst>
              <a:ext uri="{FF2B5EF4-FFF2-40B4-BE49-F238E27FC236}">
                <a16:creationId xmlns:a16="http://schemas.microsoft.com/office/drawing/2014/main" id="{201296E0-114D-4FAE-9474-548B5DC841EA}"/>
              </a:ext>
            </a:extLst>
          </p:cNvPr>
          <p:cNvSpPr>
            <a:spLocks noGrp="1"/>
          </p:cNvSpPr>
          <p:nvPr>
            <p:ph sz="quarter" idx="12" hasCustomPrompt="1"/>
          </p:nvPr>
        </p:nvSpPr>
        <p:spPr>
          <a:xfrm>
            <a:off x="5574740"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18" name="Espace réservé du contenu 12">
            <a:extLst>
              <a:ext uri="{FF2B5EF4-FFF2-40B4-BE49-F238E27FC236}">
                <a16:creationId xmlns:a16="http://schemas.microsoft.com/office/drawing/2014/main" id="{154D76DD-DF79-45CC-89FC-1544939578E9}"/>
              </a:ext>
            </a:extLst>
          </p:cNvPr>
          <p:cNvSpPr>
            <a:spLocks noGrp="1"/>
          </p:cNvSpPr>
          <p:nvPr>
            <p:ph sz="quarter" idx="13" hasCustomPrompt="1"/>
          </p:nvPr>
        </p:nvSpPr>
        <p:spPr>
          <a:xfrm>
            <a:off x="7572155"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21" name="Espace réservé du contenu 12">
            <a:extLst>
              <a:ext uri="{FF2B5EF4-FFF2-40B4-BE49-F238E27FC236}">
                <a16:creationId xmlns:a16="http://schemas.microsoft.com/office/drawing/2014/main" id="{E3E44833-1827-41DC-AEC3-0C01F1BAD462}"/>
              </a:ext>
            </a:extLst>
          </p:cNvPr>
          <p:cNvSpPr>
            <a:spLocks noGrp="1"/>
          </p:cNvSpPr>
          <p:nvPr>
            <p:ph sz="quarter" idx="14" hasCustomPrompt="1"/>
          </p:nvPr>
        </p:nvSpPr>
        <p:spPr>
          <a:xfrm>
            <a:off x="9569570"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22" name="Espace réservé du contenu 12">
            <a:extLst>
              <a:ext uri="{FF2B5EF4-FFF2-40B4-BE49-F238E27FC236}">
                <a16:creationId xmlns:a16="http://schemas.microsoft.com/office/drawing/2014/main" id="{36394FDD-DDC6-46CD-87AF-F343169F6B6C}"/>
              </a:ext>
            </a:extLst>
          </p:cNvPr>
          <p:cNvSpPr>
            <a:spLocks noGrp="1"/>
          </p:cNvSpPr>
          <p:nvPr>
            <p:ph sz="quarter" idx="15" hasCustomPrompt="1"/>
          </p:nvPr>
        </p:nvSpPr>
        <p:spPr>
          <a:xfrm>
            <a:off x="1579910"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3" name="Espace réservé du contenu 12">
            <a:extLst>
              <a:ext uri="{FF2B5EF4-FFF2-40B4-BE49-F238E27FC236}">
                <a16:creationId xmlns:a16="http://schemas.microsoft.com/office/drawing/2014/main" id="{F4892D69-01ED-4ACE-9A93-97CAA2FCC8E8}"/>
              </a:ext>
            </a:extLst>
          </p:cNvPr>
          <p:cNvSpPr>
            <a:spLocks noGrp="1"/>
          </p:cNvSpPr>
          <p:nvPr>
            <p:ph sz="quarter" idx="16" hasCustomPrompt="1"/>
          </p:nvPr>
        </p:nvSpPr>
        <p:spPr>
          <a:xfrm>
            <a:off x="3577325"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4" name="Espace réservé du contenu 12">
            <a:extLst>
              <a:ext uri="{FF2B5EF4-FFF2-40B4-BE49-F238E27FC236}">
                <a16:creationId xmlns:a16="http://schemas.microsoft.com/office/drawing/2014/main" id="{B911AC6F-ED1A-472B-82C9-F9B03EBADF44}"/>
              </a:ext>
            </a:extLst>
          </p:cNvPr>
          <p:cNvSpPr>
            <a:spLocks noGrp="1"/>
          </p:cNvSpPr>
          <p:nvPr>
            <p:ph sz="quarter" idx="17" hasCustomPrompt="1"/>
          </p:nvPr>
        </p:nvSpPr>
        <p:spPr>
          <a:xfrm>
            <a:off x="5574740"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5" name="Espace réservé du contenu 12">
            <a:extLst>
              <a:ext uri="{FF2B5EF4-FFF2-40B4-BE49-F238E27FC236}">
                <a16:creationId xmlns:a16="http://schemas.microsoft.com/office/drawing/2014/main" id="{2A92BF88-4F19-41E1-9684-DFAC07366387}"/>
              </a:ext>
            </a:extLst>
          </p:cNvPr>
          <p:cNvSpPr>
            <a:spLocks noGrp="1"/>
          </p:cNvSpPr>
          <p:nvPr>
            <p:ph sz="quarter" idx="18" hasCustomPrompt="1"/>
          </p:nvPr>
        </p:nvSpPr>
        <p:spPr>
          <a:xfrm>
            <a:off x="7572155"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6" name="Espace réservé du contenu 12">
            <a:extLst>
              <a:ext uri="{FF2B5EF4-FFF2-40B4-BE49-F238E27FC236}">
                <a16:creationId xmlns:a16="http://schemas.microsoft.com/office/drawing/2014/main" id="{6C4A12E5-2DFE-40D7-BD07-4F8CB3981E76}"/>
              </a:ext>
            </a:extLst>
          </p:cNvPr>
          <p:cNvSpPr>
            <a:spLocks noGrp="1"/>
          </p:cNvSpPr>
          <p:nvPr>
            <p:ph sz="quarter" idx="19" hasCustomPrompt="1"/>
          </p:nvPr>
        </p:nvSpPr>
        <p:spPr>
          <a:xfrm>
            <a:off x="9569570" y="4544738"/>
            <a:ext cx="1042520" cy="1008570"/>
          </a:xfrm>
          <a:prstGeom prst="rect">
            <a:avLst/>
          </a:prstGeom>
        </p:spPr>
        <p:txBody>
          <a:bodyPr anchor="t"/>
          <a:lstStyle>
            <a:lvl1pPr marL="0" indent="0" algn="ctr">
              <a:buNone/>
              <a:defRPr sz="1000"/>
            </a:lvl1pPr>
          </a:lstStyle>
          <a:p>
            <a:pPr lvl="0"/>
            <a:r>
              <a:rPr lang="fr-FR" dirty="0"/>
              <a:t>Drag &amp; Drop</a:t>
            </a:r>
          </a:p>
        </p:txBody>
      </p:sp>
    </p:spTree>
    <p:extLst>
      <p:ext uri="{BB962C8B-B14F-4D97-AF65-F5344CB8AC3E}">
        <p14:creationId xmlns:p14="http://schemas.microsoft.com/office/powerpoint/2010/main" val="1565070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8 logos Slide">
    <p:spTree>
      <p:nvGrpSpPr>
        <p:cNvPr id="1" name=""/>
        <p:cNvGrpSpPr/>
        <p:nvPr/>
      </p:nvGrpSpPr>
      <p:grpSpPr>
        <a:xfrm>
          <a:off x="0" y="0"/>
          <a:ext cx="0" cy="0"/>
          <a:chOff x="0" y="0"/>
          <a:chExt cx="0" cy="0"/>
        </a:xfrm>
      </p:grpSpPr>
      <p:sp>
        <p:nvSpPr>
          <p:cNvPr id="13" name="Espace réservé du contenu 12">
            <a:extLst>
              <a:ext uri="{FF2B5EF4-FFF2-40B4-BE49-F238E27FC236}">
                <a16:creationId xmlns:a16="http://schemas.microsoft.com/office/drawing/2014/main" id="{0FA82258-8070-4B7B-B7C6-919C1BFAD958}"/>
              </a:ext>
            </a:extLst>
          </p:cNvPr>
          <p:cNvSpPr>
            <a:spLocks noGrp="1"/>
          </p:cNvSpPr>
          <p:nvPr>
            <p:ph sz="quarter" idx="10" hasCustomPrompt="1"/>
          </p:nvPr>
        </p:nvSpPr>
        <p:spPr>
          <a:xfrm>
            <a:off x="1492839"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0" name="Espace réservé du contenu 12">
            <a:extLst>
              <a:ext uri="{FF2B5EF4-FFF2-40B4-BE49-F238E27FC236}">
                <a16:creationId xmlns:a16="http://schemas.microsoft.com/office/drawing/2014/main" id="{B070F49F-DF60-4723-A91C-5C1E12D58613}"/>
              </a:ext>
            </a:extLst>
          </p:cNvPr>
          <p:cNvSpPr>
            <a:spLocks noGrp="1"/>
          </p:cNvSpPr>
          <p:nvPr>
            <p:ph sz="quarter" idx="11" hasCustomPrompt="1"/>
          </p:nvPr>
        </p:nvSpPr>
        <p:spPr>
          <a:xfrm>
            <a:off x="3178922"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1" name="Espace réservé du contenu 12">
            <a:extLst>
              <a:ext uri="{FF2B5EF4-FFF2-40B4-BE49-F238E27FC236}">
                <a16:creationId xmlns:a16="http://schemas.microsoft.com/office/drawing/2014/main" id="{1A46C95E-26CD-45AD-BB72-B430933BACC5}"/>
              </a:ext>
            </a:extLst>
          </p:cNvPr>
          <p:cNvSpPr>
            <a:spLocks noGrp="1"/>
          </p:cNvSpPr>
          <p:nvPr>
            <p:ph sz="quarter" idx="12" hasCustomPrompt="1"/>
          </p:nvPr>
        </p:nvSpPr>
        <p:spPr>
          <a:xfrm>
            <a:off x="4865005"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2" name="Espace réservé du contenu 12">
            <a:extLst>
              <a:ext uri="{FF2B5EF4-FFF2-40B4-BE49-F238E27FC236}">
                <a16:creationId xmlns:a16="http://schemas.microsoft.com/office/drawing/2014/main" id="{7C59A534-42C3-4A87-94C8-B2FBBAFC4BF6}"/>
              </a:ext>
            </a:extLst>
          </p:cNvPr>
          <p:cNvSpPr>
            <a:spLocks noGrp="1"/>
          </p:cNvSpPr>
          <p:nvPr>
            <p:ph sz="quarter" idx="13" hasCustomPrompt="1"/>
          </p:nvPr>
        </p:nvSpPr>
        <p:spPr>
          <a:xfrm>
            <a:off x="6551088"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3" name="Espace réservé du contenu 12">
            <a:extLst>
              <a:ext uri="{FF2B5EF4-FFF2-40B4-BE49-F238E27FC236}">
                <a16:creationId xmlns:a16="http://schemas.microsoft.com/office/drawing/2014/main" id="{4BB3DF69-45D4-47B3-BA99-BA35B5100C33}"/>
              </a:ext>
            </a:extLst>
          </p:cNvPr>
          <p:cNvSpPr>
            <a:spLocks noGrp="1"/>
          </p:cNvSpPr>
          <p:nvPr>
            <p:ph sz="quarter" idx="14" hasCustomPrompt="1"/>
          </p:nvPr>
        </p:nvSpPr>
        <p:spPr>
          <a:xfrm>
            <a:off x="8237171"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4" name="Espace réservé du contenu 12">
            <a:extLst>
              <a:ext uri="{FF2B5EF4-FFF2-40B4-BE49-F238E27FC236}">
                <a16:creationId xmlns:a16="http://schemas.microsoft.com/office/drawing/2014/main" id="{F2BAFCF9-6ACE-4E11-8AC5-705BA7DCE73A}"/>
              </a:ext>
            </a:extLst>
          </p:cNvPr>
          <p:cNvSpPr>
            <a:spLocks noGrp="1"/>
          </p:cNvSpPr>
          <p:nvPr>
            <p:ph sz="quarter" idx="15" hasCustomPrompt="1"/>
          </p:nvPr>
        </p:nvSpPr>
        <p:spPr>
          <a:xfrm>
            <a:off x="9923253"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5" name="Espace réservé du contenu 12">
            <a:extLst>
              <a:ext uri="{FF2B5EF4-FFF2-40B4-BE49-F238E27FC236}">
                <a16:creationId xmlns:a16="http://schemas.microsoft.com/office/drawing/2014/main" id="{9F748970-5446-41ED-9626-54FA09FD9DA4}"/>
              </a:ext>
            </a:extLst>
          </p:cNvPr>
          <p:cNvSpPr>
            <a:spLocks noGrp="1"/>
          </p:cNvSpPr>
          <p:nvPr>
            <p:ph sz="quarter" idx="16" hasCustomPrompt="1"/>
          </p:nvPr>
        </p:nvSpPr>
        <p:spPr>
          <a:xfrm>
            <a:off x="1492839"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6" name="Espace réservé du contenu 12">
            <a:extLst>
              <a:ext uri="{FF2B5EF4-FFF2-40B4-BE49-F238E27FC236}">
                <a16:creationId xmlns:a16="http://schemas.microsoft.com/office/drawing/2014/main" id="{658FDE67-743F-4741-AD12-5E89EB8B5203}"/>
              </a:ext>
            </a:extLst>
          </p:cNvPr>
          <p:cNvSpPr>
            <a:spLocks noGrp="1"/>
          </p:cNvSpPr>
          <p:nvPr>
            <p:ph sz="quarter" idx="17" hasCustomPrompt="1"/>
          </p:nvPr>
        </p:nvSpPr>
        <p:spPr>
          <a:xfrm>
            <a:off x="3178922"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7" name="Espace réservé du contenu 12">
            <a:extLst>
              <a:ext uri="{FF2B5EF4-FFF2-40B4-BE49-F238E27FC236}">
                <a16:creationId xmlns:a16="http://schemas.microsoft.com/office/drawing/2014/main" id="{3B72979C-C29D-4B32-BD44-7102EF391ECA}"/>
              </a:ext>
            </a:extLst>
          </p:cNvPr>
          <p:cNvSpPr>
            <a:spLocks noGrp="1"/>
          </p:cNvSpPr>
          <p:nvPr>
            <p:ph sz="quarter" idx="18" hasCustomPrompt="1"/>
          </p:nvPr>
        </p:nvSpPr>
        <p:spPr>
          <a:xfrm>
            <a:off x="4865005"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8" name="Espace réservé du contenu 12">
            <a:extLst>
              <a:ext uri="{FF2B5EF4-FFF2-40B4-BE49-F238E27FC236}">
                <a16:creationId xmlns:a16="http://schemas.microsoft.com/office/drawing/2014/main" id="{E26C070C-BBAD-4319-94CD-E920FBB48BBC}"/>
              </a:ext>
            </a:extLst>
          </p:cNvPr>
          <p:cNvSpPr>
            <a:spLocks noGrp="1"/>
          </p:cNvSpPr>
          <p:nvPr>
            <p:ph sz="quarter" idx="19" hasCustomPrompt="1"/>
          </p:nvPr>
        </p:nvSpPr>
        <p:spPr>
          <a:xfrm>
            <a:off x="6551088"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9" name="Espace réservé du contenu 12">
            <a:extLst>
              <a:ext uri="{FF2B5EF4-FFF2-40B4-BE49-F238E27FC236}">
                <a16:creationId xmlns:a16="http://schemas.microsoft.com/office/drawing/2014/main" id="{72D6E8D4-073F-4B82-807C-3DDAA7A1891C}"/>
              </a:ext>
            </a:extLst>
          </p:cNvPr>
          <p:cNvSpPr>
            <a:spLocks noGrp="1"/>
          </p:cNvSpPr>
          <p:nvPr>
            <p:ph sz="quarter" idx="20" hasCustomPrompt="1"/>
          </p:nvPr>
        </p:nvSpPr>
        <p:spPr>
          <a:xfrm>
            <a:off x="8237171"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0" name="Espace réservé du contenu 12">
            <a:extLst>
              <a:ext uri="{FF2B5EF4-FFF2-40B4-BE49-F238E27FC236}">
                <a16:creationId xmlns:a16="http://schemas.microsoft.com/office/drawing/2014/main" id="{D7188408-3746-4E2D-AC24-5C968B45D951}"/>
              </a:ext>
            </a:extLst>
          </p:cNvPr>
          <p:cNvSpPr>
            <a:spLocks noGrp="1"/>
          </p:cNvSpPr>
          <p:nvPr>
            <p:ph sz="quarter" idx="21" hasCustomPrompt="1"/>
          </p:nvPr>
        </p:nvSpPr>
        <p:spPr>
          <a:xfrm>
            <a:off x="9923253"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1" name="Espace réservé du contenu 12">
            <a:extLst>
              <a:ext uri="{FF2B5EF4-FFF2-40B4-BE49-F238E27FC236}">
                <a16:creationId xmlns:a16="http://schemas.microsoft.com/office/drawing/2014/main" id="{5B127143-F73B-447F-8E18-A821163DB15F}"/>
              </a:ext>
            </a:extLst>
          </p:cNvPr>
          <p:cNvSpPr>
            <a:spLocks noGrp="1"/>
          </p:cNvSpPr>
          <p:nvPr>
            <p:ph sz="quarter" idx="22" hasCustomPrompt="1"/>
          </p:nvPr>
        </p:nvSpPr>
        <p:spPr>
          <a:xfrm>
            <a:off x="1492839"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2" name="Espace réservé du contenu 12">
            <a:extLst>
              <a:ext uri="{FF2B5EF4-FFF2-40B4-BE49-F238E27FC236}">
                <a16:creationId xmlns:a16="http://schemas.microsoft.com/office/drawing/2014/main" id="{48201BCB-09BC-40A6-88E5-745ABA04D146}"/>
              </a:ext>
            </a:extLst>
          </p:cNvPr>
          <p:cNvSpPr>
            <a:spLocks noGrp="1"/>
          </p:cNvSpPr>
          <p:nvPr>
            <p:ph sz="quarter" idx="23" hasCustomPrompt="1"/>
          </p:nvPr>
        </p:nvSpPr>
        <p:spPr>
          <a:xfrm>
            <a:off x="3178922"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3" name="Espace réservé du contenu 12">
            <a:extLst>
              <a:ext uri="{FF2B5EF4-FFF2-40B4-BE49-F238E27FC236}">
                <a16:creationId xmlns:a16="http://schemas.microsoft.com/office/drawing/2014/main" id="{6CDF4116-C12D-409A-BD45-FCE9C3710FED}"/>
              </a:ext>
            </a:extLst>
          </p:cNvPr>
          <p:cNvSpPr>
            <a:spLocks noGrp="1"/>
          </p:cNvSpPr>
          <p:nvPr>
            <p:ph sz="quarter" idx="24" hasCustomPrompt="1"/>
          </p:nvPr>
        </p:nvSpPr>
        <p:spPr>
          <a:xfrm>
            <a:off x="4865005"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4" name="Espace réservé du contenu 12">
            <a:extLst>
              <a:ext uri="{FF2B5EF4-FFF2-40B4-BE49-F238E27FC236}">
                <a16:creationId xmlns:a16="http://schemas.microsoft.com/office/drawing/2014/main" id="{877E41ED-FA1D-4BD6-804A-2AE2A0E32216}"/>
              </a:ext>
            </a:extLst>
          </p:cNvPr>
          <p:cNvSpPr>
            <a:spLocks noGrp="1"/>
          </p:cNvSpPr>
          <p:nvPr>
            <p:ph sz="quarter" idx="25" hasCustomPrompt="1"/>
          </p:nvPr>
        </p:nvSpPr>
        <p:spPr>
          <a:xfrm>
            <a:off x="6551088"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5" name="Espace réservé du contenu 12">
            <a:extLst>
              <a:ext uri="{FF2B5EF4-FFF2-40B4-BE49-F238E27FC236}">
                <a16:creationId xmlns:a16="http://schemas.microsoft.com/office/drawing/2014/main" id="{A9609212-EAF9-4B4F-A5BF-6F7698F74590}"/>
              </a:ext>
            </a:extLst>
          </p:cNvPr>
          <p:cNvSpPr>
            <a:spLocks noGrp="1"/>
          </p:cNvSpPr>
          <p:nvPr>
            <p:ph sz="quarter" idx="26" hasCustomPrompt="1"/>
          </p:nvPr>
        </p:nvSpPr>
        <p:spPr>
          <a:xfrm>
            <a:off x="8237171"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6" name="Espace réservé du contenu 12">
            <a:extLst>
              <a:ext uri="{FF2B5EF4-FFF2-40B4-BE49-F238E27FC236}">
                <a16:creationId xmlns:a16="http://schemas.microsoft.com/office/drawing/2014/main" id="{3AC5948D-29D8-4F6E-B17F-0441995C2C3F}"/>
              </a:ext>
            </a:extLst>
          </p:cNvPr>
          <p:cNvSpPr>
            <a:spLocks noGrp="1"/>
          </p:cNvSpPr>
          <p:nvPr>
            <p:ph sz="quarter" idx="27" hasCustomPrompt="1"/>
          </p:nvPr>
        </p:nvSpPr>
        <p:spPr>
          <a:xfrm>
            <a:off x="9923253"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Tree>
    <p:extLst>
      <p:ext uri="{BB962C8B-B14F-4D97-AF65-F5344CB8AC3E}">
        <p14:creationId xmlns:p14="http://schemas.microsoft.com/office/powerpoint/2010/main" val="33903939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pter 1">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BA04EA87-5121-4DFC-BCCF-E229FBB46187}"/>
              </a:ext>
            </a:extLst>
          </p:cNvPr>
          <p:cNvSpPr>
            <a:spLocks noGrp="1"/>
          </p:cNvSpPr>
          <p:nvPr>
            <p:ph type="pic" sz="quarter" idx="10" hasCustomPrompt="1"/>
          </p:nvPr>
        </p:nvSpPr>
        <p:spPr>
          <a:xfrm>
            <a:off x="7535119" y="1105236"/>
            <a:ext cx="3903672" cy="464753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9383177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pter 1.1">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167E6FD1-1BAF-4D06-862F-B9B72EC0F7BC}"/>
              </a:ext>
            </a:extLst>
          </p:cNvPr>
          <p:cNvSpPr>
            <a:spLocks noGrp="1"/>
          </p:cNvSpPr>
          <p:nvPr>
            <p:ph type="pic" sz="quarter" idx="10" hasCustomPrompt="1"/>
          </p:nvPr>
        </p:nvSpPr>
        <p:spPr>
          <a:xfrm>
            <a:off x="6672263" y="800099"/>
            <a:ext cx="4752975" cy="5257801"/>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14966014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enu">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5316538" y="805814"/>
            <a:ext cx="6875462" cy="5246372"/>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5816004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enu 2">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3048000" y="3428999"/>
            <a:ext cx="9144000" cy="3428999"/>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6691573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orfolio 1">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1083310" y="2034858"/>
            <a:ext cx="4835350" cy="2086864"/>
          </a:xfrm>
          <a:prstGeom prst="rect">
            <a:avLst/>
          </a:prstGeom>
          <a:solidFill>
            <a:schemeClr val="tx1"/>
          </a:solidFill>
        </p:spPr>
        <p:txBody>
          <a:bodyPr tIns="288000" bIns="2484000">
            <a:noAutofit/>
          </a:bodyPr>
          <a:lstStyle>
            <a:lvl1pPr marL="0" indent="0" algn="ctr">
              <a:buNone/>
              <a:defRPr sz="1800" b="1">
                <a:solidFill>
                  <a:schemeClr val="accent1"/>
                </a:solidFill>
              </a:defRPr>
            </a:lvl1pPr>
          </a:lstStyle>
          <a:p>
            <a:r>
              <a:rPr lang="fr-FR" dirty="0"/>
              <a:t>	</a:t>
            </a:r>
          </a:p>
          <a:p>
            <a:r>
              <a:rPr lang="fr-FR" dirty="0"/>
              <a:t>Picture</a:t>
            </a:r>
          </a:p>
        </p:txBody>
      </p:sp>
      <p:sp>
        <p:nvSpPr>
          <p:cNvPr id="24" name="Picture Placeholder 10">
            <a:extLst>
              <a:ext uri="{FF2B5EF4-FFF2-40B4-BE49-F238E27FC236}">
                <a16:creationId xmlns:a16="http://schemas.microsoft.com/office/drawing/2014/main" id="{1DE33140-D326-4494-8DB4-ACF90E3C8600}"/>
              </a:ext>
            </a:extLst>
          </p:cNvPr>
          <p:cNvSpPr>
            <a:spLocks noGrp="1"/>
          </p:cNvSpPr>
          <p:nvPr>
            <p:ph type="pic" sz="quarter" idx="11" hasCustomPrompt="1"/>
          </p:nvPr>
        </p:nvSpPr>
        <p:spPr>
          <a:xfrm>
            <a:off x="6263180" y="2034858"/>
            <a:ext cx="4845510" cy="2086864"/>
          </a:xfrm>
          <a:prstGeom prst="rect">
            <a:avLst/>
          </a:prstGeom>
          <a:solidFill>
            <a:schemeClr val="tx1"/>
          </a:solidFill>
        </p:spPr>
        <p:txBody>
          <a:bodyPr tIns="288000" bIns="2484000">
            <a:noAutofit/>
          </a:bodyPr>
          <a:lstStyle>
            <a:lvl1pPr marL="0" indent="0" algn="ctr" rtl="0">
              <a:buNone/>
              <a:defRPr sz="1800" b="1">
                <a:solidFill>
                  <a:schemeClr val="accent1"/>
                </a:solidFill>
              </a:defRPr>
            </a:lvl1pPr>
          </a:lstStyle>
          <a:p>
            <a:r>
              <a:rPr lang="fr-FR" dirty="0"/>
              <a:t>	</a:t>
            </a:r>
          </a:p>
          <a:p>
            <a:r>
              <a:rPr lang="fr-FR" dirty="0"/>
              <a:t>Picture</a:t>
            </a:r>
          </a:p>
        </p:txBody>
      </p:sp>
      <p:sp>
        <p:nvSpPr>
          <p:cNvPr id="25" name="Picture Placeholder 10">
            <a:extLst>
              <a:ext uri="{FF2B5EF4-FFF2-40B4-BE49-F238E27FC236}">
                <a16:creationId xmlns:a16="http://schemas.microsoft.com/office/drawing/2014/main" id="{72C13F67-F61E-47C3-A6D3-99FD3E040E6B}"/>
              </a:ext>
            </a:extLst>
          </p:cNvPr>
          <p:cNvSpPr>
            <a:spLocks noGrp="1"/>
          </p:cNvSpPr>
          <p:nvPr>
            <p:ph type="pic" sz="quarter" idx="12" hasCustomPrompt="1"/>
          </p:nvPr>
        </p:nvSpPr>
        <p:spPr>
          <a:xfrm>
            <a:off x="6263180" y="4462667"/>
            <a:ext cx="4845510" cy="2086864"/>
          </a:xfrm>
          <a:prstGeom prst="rect">
            <a:avLst/>
          </a:prstGeom>
          <a:solidFill>
            <a:schemeClr val="tx1"/>
          </a:solidFill>
        </p:spPr>
        <p:txBody>
          <a:bodyPr tIns="288000" bIns="2484000">
            <a:noAutofit/>
          </a:bodyPr>
          <a:lstStyle>
            <a:lvl1pPr marL="0" indent="0" algn="ctr" rtl="0">
              <a:buNone/>
              <a:defRPr sz="1800" b="1">
                <a:solidFill>
                  <a:schemeClr val="accent1"/>
                </a:solidFill>
              </a:defRPr>
            </a:lvl1pPr>
          </a:lstStyle>
          <a:p>
            <a:r>
              <a:rPr lang="fr-FR" dirty="0"/>
              <a:t>	</a:t>
            </a:r>
          </a:p>
          <a:p>
            <a:r>
              <a:rPr lang="fr-FR" dirty="0"/>
              <a:t>Picture</a:t>
            </a:r>
          </a:p>
        </p:txBody>
      </p:sp>
      <p:sp>
        <p:nvSpPr>
          <p:cNvPr id="26" name="Picture Placeholder 10">
            <a:extLst>
              <a:ext uri="{FF2B5EF4-FFF2-40B4-BE49-F238E27FC236}">
                <a16:creationId xmlns:a16="http://schemas.microsoft.com/office/drawing/2014/main" id="{EF5DE429-D884-40C9-B0F5-6FA66002752C}"/>
              </a:ext>
            </a:extLst>
          </p:cNvPr>
          <p:cNvSpPr>
            <a:spLocks noGrp="1"/>
          </p:cNvSpPr>
          <p:nvPr>
            <p:ph type="pic" sz="quarter" idx="13" hasCustomPrompt="1"/>
          </p:nvPr>
        </p:nvSpPr>
        <p:spPr>
          <a:xfrm>
            <a:off x="1083310" y="4462667"/>
            <a:ext cx="4835350" cy="2086864"/>
          </a:xfrm>
          <a:prstGeom prst="rect">
            <a:avLst/>
          </a:prstGeom>
          <a:solidFill>
            <a:schemeClr val="tx1"/>
          </a:solidFill>
        </p:spPr>
        <p:txBody>
          <a:bodyPr tIns="288000" bIns="2484000">
            <a:noAutofit/>
          </a:bodyPr>
          <a:lstStyle>
            <a:lvl1pPr marL="0" indent="0" algn="ctr" rtl="0">
              <a:buNone/>
              <a:defRPr sz="1800" b="1">
                <a:solidFill>
                  <a:schemeClr val="accent1"/>
                </a:solidFill>
              </a:defRPr>
            </a:lvl1pPr>
          </a:lstStyle>
          <a:p>
            <a:r>
              <a:rPr lang="fr-FR" dirty="0"/>
              <a:t>	</a:t>
            </a:r>
          </a:p>
          <a:p>
            <a:r>
              <a:rPr lang="fr-FR" dirty="0"/>
              <a:t>Picture</a:t>
            </a:r>
          </a:p>
        </p:txBody>
      </p:sp>
      <p:sp>
        <p:nvSpPr>
          <p:cNvPr id="9" name="Espace réservé du texte 2">
            <a:extLst>
              <a:ext uri="{FF2B5EF4-FFF2-40B4-BE49-F238E27FC236}">
                <a16:creationId xmlns:a16="http://schemas.microsoft.com/office/drawing/2014/main" id="{53E28430-BF0E-4EB2-8CF6-514BFB60BE52}"/>
              </a:ext>
            </a:extLst>
          </p:cNvPr>
          <p:cNvSpPr>
            <a:spLocks noGrp="1"/>
          </p:cNvSpPr>
          <p:nvPr>
            <p:ph type="body" sz="quarter" idx="20" hasCustomPrompt="1"/>
          </p:nvPr>
        </p:nvSpPr>
        <p:spPr>
          <a:xfrm>
            <a:off x="1083310" y="3154934"/>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0" name="Espace réservé du texte 2">
            <a:extLst>
              <a:ext uri="{FF2B5EF4-FFF2-40B4-BE49-F238E27FC236}">
                <a16:creationId xmlns:a16="http://schemas.microsoft.com/office/drawing/2014/main" id="{4CC977C2-23FC-446F-AF25-B21729685F1E}"/>
              </a:ext>
            </a:extLst>
          </p:cNvPr>
          <p:cNvSpPr>
            <a:spLocks noGrp="1"/>
          </p:cNvSpPr>
          <p:nvPr>
            <p:ph type="body" sz="quarter" idx="21" hasCustomPrompt="1"/>
          </p:nvPr>
        </p:nvSpPr>
        <p:spPr>
          <a:xfrm>
            <a:off x="1083310" y="3541587"/>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1" name="Espace réservé du texte 2">
            <a:extLst>
              <a:ext uri="{FF2B5EF4-FFF2-40B4-BE49-F238E27FC236}">
                <a16:creationId xmlns:a16="http://schemas.microsoft.com/office/drawing/2014/main" id="{763291BD-1B23-4F4E-A28B-D5B20078DDFD}"/>
              </a:ext>
            </a:extLst>
          </p:cNvPr>
          <p:cNvSpPr>
            <a:spLocks noGrp="1"/>
          </p:cNvSpPr>
          <p:nvPr>
            <p:ph type="body" sz="quarter" idx="22" hasCustomPrompt="1"/>
          </p:nvPr>
        </p:nvSpPr>
        <p:spPr>
          <a:xfrm>
            <a:off x="6263180" y="3154934"/>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2" name="Espace réservé du texte 2">
            <a:extLst>
              <a:ext uri="{FF2B5EF4-FFF2-40B4-BE49-F238E27FC236}">
                <a16:creationId xmlns:a16="http://schemas.microsoft.com/office/drawing/2014/main" id="{32E3775C-73B3-46F8-8D0B-C26A2FB24C58}"/>
              </a:ext>
            </a:extLst>
          </p:cNvPr>
          <p:cNvSpPr>
            <a:spLocks noGrp="1"/>
          </p:cNvSpPr>
          <p:nvPr>
            <p:ph type="body" sz="quarter" idx="23" hasCustomPrompt="1"/>
          </p:nvPr>
        </p:nvSpPr>
        <p:spPr>
          <a:xfrm>
            <a:off x="6263180" y="3541587"/>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3" name="Espace réservé du texte 2">
            <a:extLst>
              <a:ext uri="{FF2B5EF4-FFF2-40B4-BE49-F238E27FC236}">
                <a16:creationId xmlns:a16="http://schemas.microsoft.com/office/drawing/2014/main" id="{130B80C7-1AF7-412E-AEEA-2B26FC4163CF}"/>
              </a:ext>
            </a:extLst>
          </p:cNvPr>
          <p:cNvSpPr>
            <a:spLocks noGrp="1"/>
          </p:cNvSpPr>
          <p:nvPr>
            <p:ph type="body" sz="quarter" idx="24" hasCustomPrompt="1"/>
          </p:nvPr>
        </p:nvSpPr>
        <p:spPr>
          <a:xfrm>
            <a:off x="1083310" y="5582743"/>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4" name="Espace réservé du texte 2">
            <a:extLst>
              <a:ext uri="{FF2B5EF4-FFF2-40B4-BE49-F238E27FC236}">
                <a16:creationId xmlns:a16="http://schemas.microsoft.com/office/drawing/2014/main" id="{45A66AAF-512E-407E-AE51-F6DF878A3489}"/>
              </a:ext>
            </a:extLst>
          </p:cNvPr>
          <p:cNvSpPr>
            <a:spLocks noGrp="1"/>
          </p:cNvSpPr>
          <p:nvPr>
            <p:ph type="body" sz="quarter" idx="25" hasCustomPrompt="1"/>
          </p:nvPr>
        </p:nvSpPr>
        <p:spPr>
          <a:xfrm>
            <a:off x="1083310" y="5969396"/>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5" name="Espace réservé du texte 2">
            <a:extLst>
              <a:ext uri="{FF2B5EF4-FFF2-40B4-BE49-F238E27FC236}">
                <a16:creationId xmlns:a16="http://schemas.microsoft.com/office/drawing/2014/main" id="{B1AB9A89-FC73-4026-9488-2029870505CB}"/>
              </a:ext>
            </a:extLst>
          </p:cNvPr>
          <p:cNvSpPr>
            <a:spLocks noGrp="1"/>
          </p:cNvSpPr>
          <p:nvPr>
            <p:ph type="body" sz="quarter" idx="26" hasCustomPrompt="1"/>
          </p:nvPr>
        </p:nvSpPr>
        <p:spPr>
          <a:xfrm>
            <a:off x="6263180" y="5582743"/>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6" name="Espace réservé du texte 2">
            <a:extLst>
              <a:ext uri="{FF2B5EF4-FFF2-40B4-BE49-F238E27FC236}">
                <a16:creationId xmlns:a16="http://schemas.microsoft.com/office/drawing/2014/main" id="{77ACB13C-2706-413C-927A-1CB63BB15501}"/>
              </a:ext>
            </a:extLst>
          </p:cNvPr>
          <p:cNvSpPr>
            <a:spLocks noGrp="1"/>
          </p:cNvSpPr>
          <p:nvPr>
            <p:ph type="body" sz="quarter" idx="27" hasCustomPrompt="1"/>
          </p:nvPr>
        </p:nvSpPr>
        <p:spPr>
          <a:xfrm>
            <a:off x="6263180" y="5969396"/>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Tree>
    <p:extLst>
      <p:ext uri="{BB962C8B-B14F-4D97-AF65-F5344CB8AC3E}">
        <p14:creationId xmlns:p14="http://schemas.microsoft.com/office/powerpoint/2010/main" val="23928414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ortfolio 2">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325120" y="2092914"/>
            <a:ext cx="2113280" cy="2086864"/>
          </a:xfrm>
          <a:prstGeom prst="rect">
            <a:avLst/>
          </a:prstGeom>
          <a:solidFill>
            <a:schemeClr val="tx1"/>
          </a:solidFill>
        </p:spPr>
        <p:txBody>
          <a:bodyPr lIns="0" tIns="0" rIns="0" bIns="648000">
            <a:normAutofit/>
          </a:bodyPr>
          <a:lstStyle>
            <a:lvl1pPr marL="0" indent="0" algn="ctr">
              <a:buNone/>
              <a:defRPr sz="1800" b="1">
                <a:solidFill>
                  <a:schemeClr val="accent1"/>
                </a:solidFill>
              </a:defRPr>
            </a:lvl1pPr>
          </a:lstStyle>
          <a:p>
            <a:r>
              <a:rPr lang="fr-FR" dirty="0"/>
              <a:t>	</a:t>
            </a:r>
          </a:p>
          <a:p>
            <a:r>
              <a:rPr lang="fr-FR" dirty="0"/>
              <a:t>Picture</a:t>
            </a:r>
          </a:p>
        </p:txBody>
      </p:sp>
      <p:sp>
        <p:nvSpPr>
          <p:cNvPr id="35" name="Picture Placeholder 10">
            <a:extLst>
              <a:ext uri="{FF2B5EF4-FFF2-40B4-BE49-F238E27FC236}">
                <a16:creationId xmlns:a16="http://schemas.microsoft.com/office/drawing/2014/main" id="{ADDFEC20-88DE-440E-8C22-D2A2B237932C}"/>
              </a:ext>
            </a:extLst>
          </p:cNvPr>
          <p:cNvSpPr>
            <a:spLocks noGrp="1"/>
          </p:cNvSpPr>
          <p:nvPr>
            <p:ph type="pic" sz="quarter" idx="11" hasCustomPrompt="1"/>
          </p:nvPr>
        </p:nvSpPr>
        <p:spPr>
          <a:xfrm>
            <a:off x="2682240" y="2092914"/>
            <a:ext cx="2113280" cy="2086864"/>
          </a:xfrm>
          <a:prstGeom prst="rect">
            <a:avLst/>
          </a:prstGeom>
          <a:solidFill>
            <a:schemeClr val="tx1"/>
          </a:solidFill>
        </p:spPr>
        <p:txBody>
          <a:bodyPr lIns="0" tIns="0" rIns="0" bIns="648000">
            <a:normAutofit/>
          </a:bodyPr>
          <a:lstStyle>
            <a:lvl1pPr marL="0" indent="0" algn="ctr">
              <a:buNone/>
              <a:defRPr sz="1800" b="1">
                <a:solidFill>
                  <a:schemeClr val="accent1"/>
                </a:solidFill>
              </a:defRPr>
            </a:lvl1pPr>
          </a:lstStyle>
          <a:p>
            <a:r>
              <a:rPr lang="fr-FR" dirty="0"/>
              <a:t>	</a:t>
            </a:r>
          </a:p>
          <a:p>
            <a:r>
              <a:rPr lang="fr-FR" dirty="0"/>
              <a:t>Picture</a:t>
            </a:r>
          </a:p>
        </p:txBody>
      </p:sp>
      <p:sp>
        <p:nvSpPr>
          <p:cNvPr id="36" name="Picture Placeholder 10">
            <a:extLst>
              <a:ext uri="{FF2B5EF4-FFF2-40B4-BE49-F238E27FC236}">
                <a16:creationId xmlns:a16="http://schemas.microsoft.com/office/drawing/2014/main" id="{3FA24DDE-A296-4264-94A3-D62AF5BDC096}"/>
              </a:ext>
            </a:extLst>
          </p:cNvPr>
          <p:cNvSpPr>
            <a:spLocks noGrp="1"/>
          </p:cNvSpPr>
          <p:nvPr>
            <p:ph type="pic" sz="quarter" idx="12" hasCustomPrompt="1"/>
          </p:nvPr>
        </p:nvSpPr>
        <p:spPr>
          <a:xfrm>
            <a:off x="5039360" y="2092914"/>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7" name="Picture Placeholder 10">
            <a:extLst>
              <a:ext uri="{FF2B5EF4-FFF2-40B4-BE49-F238E27FC236}">
                <a16:creationId xmlns:a16="http://schemas.microsoft.com/office/drawing/2014/main" id="{944FD892-B40E-4C8A-BEFD-A9870E1F95BB}"/>
              </a:ext>
            </a:extLst>
          </p:cNvPr>
          <p:cNvSpPr>
            <a:spLocks noGrp="1"/>
          </p:cNvSpPr>
          <p:nvPr>
            <p:ph type="pic" sz="quarter" idx="13" hasCustomPrompt="1"/>
          </p:nvPr>
        </p:nvSpPr>
        <p:spPr>
          <a:xfrm>
            <a:off x="7396480" y="2092914"/>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8" name="Picture Placeholder 10">
            <a:extLst>
              <a:ext uri="{FF2B5EF4-FFF2-40B4-BE49-F238E27FC236}">
                <a16:creationId xmlns:a16="http://schemas.microsoft.com/office/drawing/2014/main" id="{AFF585DB-A83A-4238-915C-7030522C217F}"/>
              </a:ext>
            </a:extLst>
          </p:cNvPr>
          <p:cNvSpPr>
            <a:spLocks noGrp="1"/>
          </p:cNvSpPr>
          <p:nvPr>
            <p:ph type="pic" sz="quarter" idx="14" hasCustomPrompt="1"/>
          </p:nvPr>
        </p:nvSpPr>
        <p:spPr>
          <a:xfrm>
            <a:off x="9753600" y="2092914"/>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9" name="Picture Placeholder 10">
            <a:extLst>
              <a:ext uri="{FF2B5EF4-FFF2-40B4-BE49-F238E27FC236}">
                <a16:creationId xmlns:a16="http://schemas.microsoft.com/office/drawing/2014/main" id="{B800CBA0-2590-40E4-B56A-5697FBD2E0C8}"/>
              </a:ext>
            </a:extLst>
          </p:cNvPr>
          <p:cNvSpPr>
            <a:spLocks noGrp="1"/>
          </p:cNvSpPr>
          <p:nvPr>
            <p:ph type="pic" sz="quarter" idx="15" hasCustomPrompt="1"/>
          </p:nvPr>
        </p:nvSpPr>
        <p:spPr>
          <a:xfrm>
            <a:off x="32512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0" name="Picture Placeholder 10">
            <a:extLst>
              <a:ext uri="{FF2B5EF4-FFF2-40B4-BE49-F238E27FC236}">
                <a16:creationId xmlns:a16="http://schemas.microsoft.com/office/drawing/2014/main" id="{137815DD-834A-450B-81D9-F1D90A0CAEDD}"/>
              </a:ext>
            </a:extLst>
          </p:cNvPr>
          <p:cNvSpPr>
            <a:spLocks noGrp="1"/>
          </p:cNvSpPr>
          <p:nvPr>
            <p:ph type="pic" sz="quarter" idx="16" hasCustomPrompt="1"/>
          </p:nvPr>
        </p:nvSpPr>
        <p:spPr>
          <a:xfrm>
            <a:off x="268224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1" name="Picture Placeholder 10">
            <a:extLst>
              <a:ext uri="{FF2B5EF4-FFF2-40B4-BE49-F238E27FC236}">
                <a16:creationId xmlns:a16="http://schemas.microsoft.com/office/drawing/2014/main" id="{1D58274C-6E9E-4343-91B3-DACB9E20B2F0}"/>
              </a:ext>
            </a:extLst>
          </p:cNvPr>
          <p:cNvSpPr>
            <a:spLocks noGrp="1"/>
          </p:cNvSpPr>
          <p:nvPr>
            <p:ph type="pic" sz="quarter" idx="17" hasCustomPrompt="1"/>
          </p:nvPr>
        </p:nvSpPr>
        <p:spPr>
          <a:xfrm>
            <a:off x="503936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2" name="Picture Placeholder 10">
            <a:extLst>
              <a:ext uri="{FF2B5EF4-FFF2-40B4-BE49-F238E27FC236}">
                <a16:creationId xmlns:a16="http://schemas.microsoft.com/office/drawing/2014/main" id="{7ADC8F93-D983-4E6E-8384-5D7D814EEFA6}"/>
              </a:ext>
            </a:extLst>
          </p:cNvPr>
          <p:cNvSpPr>
            <a:spLocks noGrp="1"/>
          </p:cNvSpPr>
          <p:nvPr>
            <p:ph type="pic" sz="quarter" idx="18" hasCustomPrompt="1"/>
          </p:nvPr>
        </p:nvSpPr>
        <p:spPr>
          <a:xfrm>
            <a:off x="739648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3" name="Picture Placeholder 10">
            <a:extLst>
              <a:ext uri="{FF2B5EF4-FFF2-40B4-BE49-F238E27FC236}">
                <a16:creationId xmlns:a16="http://schemas.microsoft.com/office/drawing/2014/main" id="{8B4B45E4-553B-409A-9111-A940DD06D269}"/>
              </a:ext>
            </a:extLst>
          </p:cNvPr>
          <p:cNvSpPr>
            <a:spLocks noGrp="1"/>
          </p:cNvSpPr>
          <p:nvPr>
            <p:ph type="pic" sz="quarter" idx="19" hasCustomPrompt="1"/>
          </p:nvPr>
        </p:nvSpPr>
        <p:spPr>
          <a:xfrm>
            <a:off x="975360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 name="Espace réservé du texte 2">
            <a:extLst>
              <a:ext uri="{FF2B5EF4-FFF2-40B4-BE49-F238E27FC236}">
                <a16:creationId xmlns:a16="http://schemas.microsoft.com/office/drawing/2014/main" id="{316C72E8-81C8-4FB4-85BA-C194C185D587}"/>
              </a:ext>
            </a:extLst>
          </p:cNvPr>
          <p:cNvSpPr>
            <a:spLocks noGrp="1"/>
          </p:cNvSpPr>
          <p:nvPr>
            <p:ph type="body" sz="quarter" idx="20" hasCustomPrompt="1"/>
          </p:nvPr>
        </p:nvSpPr>
        <p:spPr>
          <a:xfrm>
            <a:off x="325119"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6" name="Espace réservé du texte 2">
            <a:extLst>
              <a:ext uri="{FF2B5EF4-FFF2-40B4-BE49-F238E27FC236}">
                <a16:creationId xmlns:a16="http://schemas.microsoft.com/office/drawing/2014/main" id="{1D08509A-CA5E-4810-BB02-ED01A7E3EDC4}"/>
              </a:ext>
            </a:extLst>
          </p:cNvPr>
          <p:cNvSpPr>
            <a:spLocks noGrp="1"/>
          </p:cNvSpPr>
          <p:nvPr>
            <p:ph type="body" sz="quarter" idx="21" hasCustomPrompt="1"/>
          </p:nvPr>
        </p:nvSpPr>
        <p:spPr>
          <a:xfrm>
            <a:off x="325120"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7" name="Espace réservé du texte 2">
            <a:extLst>
              <a:ext uri="{FF2B5EF4-FFF2-40B4-BE49-F238E27FC236}">
                <a16:creationId xmlns:a16="http://schemas.microsoft.com/office/drawing/2014/main" id="{758071FC-D284-419F-9B56-2BB8AC98B408}"/>
              </a:ext>
            </a:extLst>
          </p:cNvPr>
          <p:cNvSpPr>
            <a:spLocks noGrp="1"/>
          </p:cNvSpPr>
          <p:nvPr>
            <p:ph type="body" sz="quarter" idx="22" hasCustomPrompt="1"/>
          </p:nvPr>
        </p:nvSpPr>
        <p:spPr>
          <a:xfrm>
            <a:off x="2682238"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8" name="Espace réservé du texte 2">
            <a:extLst>
              <a:ext uri="{FF2B5EF4-FFF2-40B4-BE49-F238E27FC236}">
                <a16:creationId xmlns:a16="http://schemas.microsoft.com/office/drawing/2014/main" id="{A7FB7B32-A6F1-441F-ABF7-ED5E7620E93A}"/>
              </a:ext>
            </a:extLst>
          </p:cNvPr>
          <p:cNvSpPr>
            <a:spLocks noGrp="1"/>
          </p:cNvSpPr>
          <p:nvPr>
            <p:ph type="body" sz="quarter" idx="23" hasCustomPrompt="1"/>
          </p:nvPr>
        </p:nvSpPr>
        <p:spPr>
          <a:xfrm>
            <a:off x="2682239"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9" name="Espace réservé du texte 2">
            <a:extLst>
              <a:ext uri="{FF2B5EF4-FFF2-40B4-BE49-F238E27FC236}">
                <a16:creationId xmlns:a16="http://schemas.microsoft.com/office/drawing/2014/main" id="{3BB5C338-6573-4AD1-B7C1-7F31BC5582AF}"/>
              </a:ext>
            </a:extLst>
          </p:cNvPr>
          <p:cNvSpPr>
            <a:spLocks noGrp="1"/>
          </p:cNvSpPr>
          <p:nvPr>
            <p:ph type="body" sz="quarter" idx="24" hasCustomPrompt="1"/>
          </p:nvPr>
        </p:nvSpPr>
        <p:spPr>
          <a:xfrm>
            <a:off x="5039355"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0" name="Espace réservé du texte 2">
            <a:extLst>
              <a:ext uri="{FF2B5EF4-FFF2-40B4-BE49-F238E27FC236}">
                <a16:creationId xmlns:a16="http://schemas.microsoft.com/office/drawing/2014/main" id="{E62FFDFA-4672-49E8-BA29-A820D4E34A7F}"/>
              </a:ext>
            </a:extLst>
          </p:cNvPr>
          <p:cNvSpPr>
            <a:spLocks noGrp="1"/>
          </p:cNvSpPr>
          <p:nvPr>
            <p:ph type="body" sz="quarter" idx="25" hasCustomPrompt="1"/>
          </p:nvPr>
        </p:nvSpPr>
        <p:spPr>
          <a:xfrm>
            <a:off x="5039356"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1" name="Espace réservé du texte 2">
            <a:extLst>
              <a:ext uri="{FF2B5EF4-FFF2-40B4-BE49-F238E27FC236}">
                <a16:creationId xmlns:a16="http://schemas.microsoft.com/office/drawing/2014/main" id="{A11689A5-79C4-4A87-B01A-4B9F8A428EC3}"/>
              </a:ext>
            </a:extLst>
          </p:cNvPr>
          <p:cNvSpPr>
            <a:spLocks noGrp="1"/>
          </p:cNvSpPr>
          <p:nvPr>
            <p:ph type="body" sz="quarter" idx="26" hasCustomPrompt="1"/>
          </p:nvPr>
        </p:nvSpPr>
        <p:spPr>
          <a:xfrm>
            <a:off x="7396469"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2" name="Espace réservé du texte 2">
            <a:extLst>
              <a:ext uri="{FF2B5EF4-FFF2-40B4-BE49-F238E27FC236}">
                <a16:creationId xmlns:a16="http://schemas.microsoft.com/office/drawing/2014/main" id="{184713B9-EF45-452D-AB5C-E790803F48EA}"/>
              </a:ext>
            </a:extLst>
          </p:cNvPr>
          <p:cNvSpPr>
            <a:spLocks noGrp="1"/>
          </p:cNvSpPr>
          <p:nvPr>
            <p:ph type="body" sz="quarter" idx="27" hasCustomPrompt="1"/>
          </p:nvPr>
        </p:nvSpPr>
        <p:spPr>
          <a:xfrm>
            <a:off x="7396470"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3" name="Espace réservé du texte 2">
            <a:extLst>
              <a:ext uri="{FF2B5EF4-FFF2-40B4-BE49-F238E27FC236}">
                <a16:creationId xmlns:a16="http://schemas.microsoft.com/office/drawing/2014/main" id="{70B08813-7DA6-42D4-9260-A3656B183C0F}"/>
              </a:ext>
            </a:extLst>
          </p:cNvPr>
          <p:cNvSpPr>
            <a:spLocks noGrp="1"/>
          </p:cNvSpPr>
          <p:nvPr>
            <p:ph type="body" sz="quarter" idx="28" hasCustomPrompt="1"/>
          </p:nvPr>
        </p:nvSpPr>
        <p:spPr>
          <a:xfrm>
            <a:off x="9753586"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4" name="Espace réservé du texte 2">
            <a:extLst>
              <a:ext uri="{FF2B5EF4-FFF2-40B4-BE49-F238E27FC236}">
                <a16:creationId xmlns:a16="http://schemas.microsoft.com/office/drawing/2014/main" id="{C11A3551-612E-49A8-9DFD-0DB2C3B6CF27}"/>
              </a:ext>
            </a:extLst>
          </p:cNvPr>
          <p:cNvSpPr>
            <a:spLocks noGrp="1"/>
          </p:cNvSpPr>
          <p:nvPr>
            <p:ph type="body" sz="quarter" idx="29" hasCustomPrompt="1"/>
          </p:nvPr>
        </p:nvSpPr>
        <p:spPr>
          <a:xfrm>
            <a:off x="9753587"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5" name="Espace réservé du texte 2">
            <a:extLst>
              <a:ext uri="{FF2B5EF4-FFF2-40B4-BE49-F238E27FC236}">
                <a16:creationId xmlns:a16="http://schemas.microsoft.com/office/drawing/2014/main" id="{15D23A70-0BB2-4635-BFD7-77425C4431CF}"/>
              </a:ext>
            </a:extLst>
          </p:cNvPr>
          <p:cNvSpPr>
            <a:spLocks noGrp="1"/>
          </p:cNvSpPr>
          <p:nvPr>
            <p:ph type="body" sz="quarter" idx="30" hasCustomPrompt="1"/>
          </p:nvPr>
        </p:nvSpPr>
        <p:spPr>
          <a:xfrm>
            <a:off x="325119"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6" name="Espace réservé du texte 2">
            <a:extLst>
              <a:ext uri="{FF2B5EF4-FFF2-40B4-BE49-F238E27FC236}">
                <a16:creationId xmlns:a16="http://schemas.microsoft.com/office/drawing/2014/main" id="{A8DE0069-A8B7-4E2A-A88D-ED057F4A156D}"/>
              </a:ext>
            </a:extLst>
          </p:cNvPr>
          <p:cNvSpPr>
            <a:spLocks noGrp="1"/>
          </p:cNvSpPr>
          <p:nvPr>
            <p:ph type="body" sz="quarter" idx="31" hasCustomPrompt="1"/>
          </p:nvPr>
        </p:nvSpPr>
        <p:spPr>
          <a:xfrm>
            <a:off x="325120"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7" name="Espace réservé du texte 2">
            <a:extLst>
              <a:ext uri="{FF2B5EF4-FFF2-40B4-BE49-F238E27FC236}">
                <a16:creationId xmlns:a16="http://schemas.microsoft.com/office/drawing/2014/main" id="{DED62EA6-CA25-42AF-932E-E226621A7D9A}"/>
              </a:ext>
            </a:extLst>
          </p:cNvPr>
          <p:cNvSpPr>
            <a:spLocks noGrp="1"/>
          </p:cNvSpPr>
          <p:nvPr>
            <p:ph type="body" sz="quarter" idx="32" hasCustomPrompt="1"/>
          </p:nvPr>
        </p:nvSpPr>
        <p:spPr>
          <a:xfrm>
            <a:off x="2682238"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8" name="Espace réservé du texte 2">
            <a:extLst>
              <a:ext uri="{FF2B5EF4-FFF2-40B4-BE49-F238E27FC236}">
                <a16:creationId xmlns:a16="http://schemas.microsoft.com/office/drawing/2014/main" id="{69C73F44-1303-4699-9741-5071A8683183}"/>
              </a:ext>
            </a:extLst>
          </p:cNvPr>
          <p:cNvSpPr>
            <a:spLocks noGrp="1"/>
          </p:cNvSpPr>
          <p:nvPr>
            <p:ph type="body" sz="quarter" idx="33" hasCustomPrompt="1"/>
          </p:nvPr>
        </p:nvSpPr>
        <p:spPr>
          <a:xfrm>
            <a:off x="2682239"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9" name="Espace réservé du texte 2">
            <a:extLst>
              <a:ext uri="{FF2B5EF4-FFF2-40B4-BE49-F238E27FC236}">
                <a16:creationId xmlns:a16="http://schemas.microsoft.com/office/drawing/2014/main" id="{3FAB9CE8-C8F6-4097-9876-3D5BB131A6EE}"/>
              </a:ext>
            </a:extLst>
          </p:cNvPr>
          <p:cNvSpPr>
            <a:spLocks noGrp="1"/>
          </p:cNvSpPr>
          <p:nvPr>
            <p:ph type="body" sz="quarter" idx="34" hasCustomPrompt="1"/>
          </p:nvPr>
        </p:nvSpPr>
        <p:spPr>
          <a:xfrm>
            <a:off x="5039355"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30" name="Espace réservé du texte 2">
            <a:extLst>
              <a:ext uri="{FF2B5EF4-FFF2-40B4-BE49-F238E27FC236}">
                <a16:creationId xmlns:a16="http://schemas.microsoft.com/office/drawing/2014/main" id="{2FE7EAC6-53B9-40F7-BAC8-FFAFE182DB60}"/>
              </a:ext>
            </a:extLst>
          </p:cNvPr>
          <p:cNvSpPr>
            <a:spLocks noGrp="1"/>
          </p:cNvSpPr>
          <p:nvPr>
            <p:ph type="body" sz="quarter" idx="35" hasCustomPrompt="1"/>
          </p:nvPr>
        </p:nvSpPr>
        <p:spPr>
          <a:xfrm>
            <a:off x="5039356"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31" name="Espace réservé du texte 2">
            <a:extLst>
              <a:ext uri="{FF2B5EF4-FFF2-40B4-BE49-F238E27FC236}">
                <a16:creationId xmlns:a16="http://schemas.microsoft.com/office/drawing/2014/main" id="{4AA8E213-976B-4F42-BF73-C960C4D9F66D}"/>
              </a:ext>
            </a:extLst>
          </p:cNvPr>
          <p:cNvSpPr>
            <a:spLocks noGrp="1"/>
          </p:cNvSpPr>
          <p:nvPr>
            <p:ph type="body" sz="quarter" idx="36" hasCustomPrompt="1"/>
          </p:nvPr>
        </p:nvSpPr>
        <p:spPr>
          <a:xfrm>
            <a:off x="7396469"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32" name="Espace réservé du texte 2">
            <a:extLst>
              <a:ext uri="{FF2B5EF4-FFF2-40B4-BE49-F238E27FC236}">
                <a16:creationId xmlns:a16="http://schemas.microsoft.com/office/drawing/2014/main" id="{2B1B6386-3DB5-4B9B-9D72-E30B0FE4104F}"/>
              </a:ext>
            </a:extLst>
          </p:cNvPr>
          <p:cNvSpPr>
            <a:spLocks noGrp="1"/>
          </p:cNvSpPr>
          <p:nvPr>
            <p:ph type="body" sz="quarter" idx="37" hasCustomPrompt="1"/>
          </p:nvPr>
        </p:nvSpPr>
        <p:spPr>
          <a:xfrm>
            <a:off x="7396470"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33" name="Espace réservé du texte 2">
            <a:extLst>
              <a:ext uri="{FF2B5EF4-FFF2-40B4-BE49-F238E27FC236}">
                <a16:creationId xmlns:a16="http://schemas.microsoft.com/office/drawing/2014/main" id="{E3598400-E700-44A3-8903-DB65AFF1248F}"/>
              </a:ext>
            </a:extLst>
          </p:cNvPr>
          <p:cNvSpPr>
            <a:spLocks noGrp="1"/>
          </p:cNvSpPr>
          <p:nvPr>
            <p:ph type="body" sz="quarter" idx="38" hasCustomPrompt="1"/>
          </p:nvPr>
        </p:nvSpPr>
        <p:spPr>
          <a:xfrm>
            <a:off x="9753586"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34" name="Espace réservé du texte 2">
            <a:extLst>
              <a:ext uri="{FF2B5EF4-FFF2-40B4-BE49-F238E27FC236}">
                <a16:creationId xmlns:a16="http://schemas.microsoft.com/office/drawing/2014/main" id="{64D6E52E-F777-4A62-937F-D377DFED58CE}"/>
              </a:ext>
            </a:extLst>
          </p:cNvPr>
          <p:cNvSpPr>
            <a:spLocks noGrp="1"/>
          </p:cNvSpPr>
          <p:nvPr>
            <p:ph type="body" sz="quarter" idx="39" hasCustomPrompt="1"/>
          </p:nvPr>
        </p:nvSpPr>
        <p:spPr>
          <a:xfrm>
            <a:off x="9753587"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Tree>
    <p:extLst>
      <p:ext uri="{BB962C8B-B14F-4D97-AF65-F5344CB8AC3E}">
        <p14:creationId xmlns:p14="http://schemas.microsoft.com/office/powerpoint/2010/main" val="26345820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am 1">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7BF478B0-BD0C-4753-83DD-0647CA2A70FC}"/>
              </a:ext>
            </a:extLst>
          </p:cNvPr>
          <p:cNvSpPr>
            <a:spLocks noGrp="1"/>
          </p:cNvSpPr>
          <p:nvPr>
            <p:ph type="pic" sz="quarter" idx="14" hasCustomPrompt="1"/>
          </p:nvPr>
        </p:nvSpPr>
        <p:spPr>
          <a:xfrm>
            <a:off x="3903992" y="2612615"/>
            <a:ext cx="1864997" cy="1866477"/>
          </a:xfrm>
          <a:prstGeom prst="ellipse">
            <a:avLst/>
          </a:prstGeom>
          <a:solidFill>
            <a:schemeClr val="tx1"/>
          </a:solidFill>
        </p:spPr>
        <p:txBody>
          <a:bodyPr>
            <a:normAutofit/>
          </a:bodyPr>
          <a:lstStyle>
            <a:lvl1pPr marL="0" indent="0" algn="ctr">
              <a:buNone/>
              <a:defRPr sz="1050"/>
            </a:lvl1pPr>
          </a:lstStyle>
          <a:p>
            <a:r>
              <a:rPr lang="fr-FR" dirty="0"/>
              <a:t>Picture</a:t>
            </a:r>
          </a:p>
        </p:txBody>
      </p:sp>
      <p:sp>
        <p:nvSpPr>
          <p:cNvPr id="13" name="Picture Placeholder 10">
            <a:extLst>
              <a:ext uri="{FF2B5EF4-FFF2-40B4-BE49-F238E27FC236}">
                <a16:creationId xmlns:a16="http://schemas.microsoft.com/office/drawing/2014/main" id="{4E75A3EB-2585-4E8B-966D-EE16E52809A4}"/>
              </a:ext>
            </a:extLst>
          </p:cNvPr>
          <p:cNvSpPr>
            <a:spLocks noGrp="1"/>
          </p:cNvSpPr>
          <p:nvPr>
            <p:ph type="pic" sz="quarter" idx="15" hasCustomPrompt="1"/>
          </p:nvPr>
        </p:nvSpPr>
        <p:spPr>
          <a:xfrm>
            <a:off x="6443986" y="2621323"/>
            <a:ext cx="1864997" cy="1866477"/>
          </a:xfrm>
          <a:prstGeom prst="ellipse">
            <a:avLst/>
          </a:prstGeom>
          <a:solidFill>
            <a:schemeClr val="tx1"/>
          </a:solidFill>
        </p:spPr>
        <p:txBody>
          <a:bodyPr>
            <a:normAutofit/>
          </a:bodyPr>
          <a:lstStyle>
            <a:lvl1pPr marL="0" indent="0" algn="ctr">
              <a:buNone/>
              <a:defRPr sz="1050"/>
            </a:lvl1pPr>
          </a:lstStyle>
          <a:p>
            <a:r>
              <a:rPr lang="fr-FR" dirty="0"/>
              <a:t>Picture</a:t>
            </a:r>
          </a:p>
        </p:txBody>
      </p:sp>
      <p:sp>
        <p:nvSpPr>
          <p:cNvPr id="14" name="Picture Placeholder 10">
            <a:extLst>
              <a:ext uri="{FF2B5EF4-FFF2-40B4-BE49-F238E27FC236}">
                <a16:creationId xmlns:a16="http://schemas.microsoft.com/office/drawing/2014/main" id="{92B3B241-D439-47C0-9E90-9F4C8234BE09}"/>
              </a:ext>
            </a:extLst>
          </p:cNvPr>
          <p:cNvSpPr>
            <a:spLocks noGrp="1"/>
          </p:cNvSpPr>
          <p:nvPr>
            <p:ph type="pic" sz="quarter" idx="16" hasCustomPrompt="1"/>
          </p:nvPr>
        </p:nvSpPr>
        <p:spPr>
          <a:xfrm>
            <a:off x="8983978" y="2612615"/>
            <a:ext cx="1864997" cy="1866477"/>
          </a:xfrm>
          <a:prstGeom prst="ellipse">
            <a:avLst/>
          </a:prstGeom>
          <a:solidFill>
            <a:schemeClr val="tx1"/>
          </a:solidFill>
        </p:spPr>
        <p:txBody>
          <a:bodyPr>
            <a:normAutofit/>
          </a:bodyPr>
          <a:lstStyle>
            <a:lvl1pPr marL="0" indent="0" algn="ctr" rtl="0">
              <a:buNone/>
              <a:defRPr sz="1050"/>
            </a:lvl1pPr>
          </a:lstStyle>
          <a:p>
            <a:r>
              <a:rPr lang="fr-FR" dirty="0"/>
              <a:t>Picture</a:t>
            </a:r>
          </a:p>
        </p:txBody>
      </p:sp>
      <p:sp>
        <p:nvSpPr>
          <p:cNvPr id="11" name="Picture Placeholder 10">
            <a:extLst>
              <a:ext uri="{FF2B5EF4-FFF2-40B4-BE49-F238E27FC236}">
                <a16:creationId xmlns:a16="http://schemas.microsoft.com/office/drawing/2014/main" id="{833B4748-1D15-492B-BFA6-8B1A7240F821}"/>
              </a:ext>
            </a:extLst>
          </p:cNvPr>
          <p:cNvSpPr>
            <a:spLocks noGrp="1"/>
          </p:cNvSpPr>
          <p:nvPr>
            <p:ph type="pic" sz="quarter" idx="13" hasCustomPrompt="1"/>
          </p:nvPr>
        </p:nvSpPr>
        <p:spPr>
          <a:xfrm>
            <a:off x="1364002" y="2612615"/>
            <a:ext cx="1864997" cy="1866477"/>
          </a:xfrm>
          <a:prstGeom prst="ellipse">
            <a:avLst/>
          </a:prstGeom>
          <a:solidFill>
            <a:schemeClr val="tx1"/>
          </a:solidFill>
        </p:spPr>
        <p:txBody>
          <a:bodyPr>
            <a:normAutofit/>
          </a:bodyPr>
          <a:lstStyle>
            <a:lvl1pPr marL="0" indent="0" algn="ctr">
              <a:buNone/>
              <a:defRPr sz="1050"/>
            </a:lvl1pPr>
          </a:lstStyle>
          <a:p>
            <a:r>
              <a:rPr lang="fr-FR" dirty="0"/>
              <a:t>Picture</a:t>
            </a:r>
          </a:p>
        </p:txBody>
      </p:sp>
    </p:spTree>
    <p:extLst>
      <p:ext uri="{BB962C8B-B14F-4D97-AF65-F5344CB8AC3E}">
        <p14:creationId xmlns:p14="http://schemas.microsoft.com/office/powerpoint/2010/main" val="24063392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am 2">
    <p:spTree>
      <p:nvGrpSpPr>
        <p:cNvPr id="1" name=""/>
        <p:cNvGrpSpPr/>
        <p:nvPr/>
      </p:nvGrpSpPr>
      <p:grpSpPr>
        <a:xfrm>
          <a:off x="0" y="0"/>
          <a:ext cx="0" cy="0"/>
          <a:chOff x="0" y="0"/>
          <a:chExt cx="0" cy="0"/>
        </a:xfrm>
      </p:grpSpPr>
      <p:sp>
        <p:nvSpPr>
          <p:cNvPr id="35" name="Picture Placeholder 10">
            <a:extLst>
              <a:ext uri="{FF2B5EF4-FFF2-40B4-BE49-F238E27FC236}">
                <a16:creationId xmlns:a16="http://schemas.microsoft.com/office/drawing/2014/main" id="{28A52817-9434-4248-A9F0-5409D58D80AB}"/>
              </a:ext>
            </a:extLst>
          </p:cNvPr>
          <p:cNvSpPr>
            <a:spLocks noGrp="1"/>
          </p:cNvSpPr>
          <p:nvPr>
            <p:ph type="pic" sz="quarter" idx="13" hasCustomPrompt="1"/>
          </p:nvPr>
        </p:nvSpPr>
        <p:spPr>
          <a:xfrm>
            <a:off x="1367754" y="234695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38" name="Picture Placeholder 10">
            <a:extLst>
              <a:ext uri="{FF2B5EF4-FFF2-40B4-BE49-F238E27FC236}">
                <a16:creationId xmlns:a16="http://schemas.microsoft.com/office/drawing/2014/main" id="{48CC145B-9158-4C89-BDE8-D80C6BEAD342}"/>
              </a:ext>
            </a:extLst>
          </p:cNvPr>
          <p:cNvSpPr>
            <a:spLocks noGrp="1"/>
          </p:cNvSpPr>
          <p:nvPr>
            <p:ph type="pic" sz="quarter" idx="14" hasCustomPrompt="1"/>
          </p:nvPr>
        </p:nvSpPr>
        <p:spPr>
          <a:xfrm>
            <a:off x="4776437" y="234695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39" name="Picture Placeholder 10">
            <a:extLst>
              <a:ext uri="{FF2B5EF4-FFF2-40B4-BE49-F238E27FC236}">
                <a16:creationId xmlns:a16="http://schemas.microsoft.com/office/drawing/2014/main" id="{18240BEE-6B48-4E46-8571-243D0874F8AD}"/>
              </a:ext>
            </a:extLst>
          </p:cNvPr>
          <p:cNvSpPr>
            <a:spLocks noGrp="1"/>
          </p:cNvSpPr>
          <p:nvPr>
            <p:ph type="pic" sz="quarter" idx="15" hasCustomPrompt="1"/>
          </p:nvPr>
        </p:nvSpPr>
        <p:spPr>
          <a:xfrm>
            <a:off x="8190198" y="234695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0" name="Picture Placeholder 10">
            <a:extLst>
              <a:ext uri="{FF2B5EF4-FFF2-40B4-BE49-F238E27FC236}">
                <a16:creationId xmlns:a16="http://schemas.microsoft.com/office/drawing/2014/main" id="{891A3D34-F938-43C2-B3E0-F6637FB470EA}"/>
              </a:ext>
            </a:extLst>
          </p:cNvPr>
          <p:cNvSpPr>
            <a:spLocks noGrp="1"/>
          </p:cNvSpPr>
          <p:nvPr>
            <p:ph type="pic" sz="quarter" idx="16" hasCustomPrompt="1"/>
          </p:nvPr>
        </p:nvSpPr>
        <p:spPr>
          <a:xfrm>
            <a:off x="1367754" y="364374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1" name="Picture Placeholder 10">
            <a:extLst>
              <a:ext uri="{FF2B5EF4-FFF2-40B4-BE49-F238E27FC236}">
                <a16:creationId xmlns:a16="http://schemas.microsoft.com/office/drawing/2014/main" id="{8AA6258D-C0D6-4D37-B7E6-AF882A75F99E}"/>
              </a:ext>
            </a:extLst>
          </p:cNvPr>
          <p:cNvSpPr>
            <a:spLocks noGrp="1"/>
          </p:cNvSpPr>
          <p:nvPr>
            <p:ph type="pic" sz="quarter" idx="17" hasCustomPrompt="1"/>
          </p:nvPr>
        </p:nvSpPr>
        <p:spPr>
          <a:xfrm>
            <a:off x="4776437" y="364374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2" name="Picture Placeholder 10">
            <a:extLst>
              <a:ext uri="{FF2B5EF4-FFF2-40B4-BE49-F238E27FC236}">
                <a16:creationId xmlns:a16="http://schemas.microsoft.com/office/drawing/2014/main" id="{C05DB888-4CC2-422E-A90D-0F5961F52473}"/>
              </a:ext>
            </a:extLst>
          </p:cNvPr>
          <p:cNvSpPr>
            <a:spLocks noGrp="1"/>
          </p:cNvSpPr>
          <p:nvPr>
            <p:ph type="pic" sz="quarter" idx="18" hasCustomPrompt="1"/>
          </p:nvPr>
        </p:nvSpPr>
        <p:spPr>
          <a:xfrm>
            <a:off x="8190198" y="364374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3" name="Picture Placeholder 10">
            <a:extLst>
              <a:ext uri="{FF2B5EF4-FFF2-40B4-BE49-F238E27FC236}">
                <a16:creationId xmlns:a16="http://schemas.microsoft.com/office/drawing/2014/main" id="{91B0F4F4-8EDC-454F-99C3-EFA4EFF06681}"/>
              </a:ext>
            </a:extLst>
          </p:cNvPr>
          <p:cNvSpPr>
            <a:spLocks noGrp="1"/>
          </p:cNvSpPr>
          <p:nvPr>
            <p:ph type="pic" sz="quarter" idx="19" hasCustomPrompt="1"/>
          </p:nvPr>
        </p:nvSpPr>
        <p:spPr>
          <a:xfrm>
            <a:off x="1367754" y="4995008"/>
            <a:ext cx="872827" cy="871943"/>
          </a:xfrm>
          <a:prstGeom prst="ellipse">
            <a:avLst/>
          </a:prstGeom>
          <a:solidFill>
            <a:schemeClr val="tx1"/>
          </a:solidFill>
        </p:spPr>
        <p:txBody>
          <a:bodyPr>
            <a:normAutofit/>
          </a:bodyPr>
          <a:lstStyle>
            <a:lvl1pPr marL="0" indent="0" algn="ctr" rtl="0">
              <a:buNone/>
              <a:defRPr sz="600"/>
            </a:lvl1pPr>
          </a:lstStyle>
          <a:p>
            <a:r>
              <a:rPr lang="fr-FR" dirty="0"/>
              <a:t>Picture</a:t>
            </a:r>
          </a:p>
          <a:p>
            <a:endParaRPr lang="fr-FR" dirty="0"/>
          </a:p>
        </p:txBody>
      </p:sp>
      <p:sp>
        <p:nvSpPr>
          <p:cNvPr id="44" name="Picture Placeholder 10">
            <a:extLst>
              <a:ext uri="{FF2B5EF4-FFF2-40B4-BE49-F238E27FC236}">
                <a16:creationId xmlns:a16="http://schemas.microsoft.com/office/drawing/2014/main" id="{5F25E1E5-622D-44E9-9FD1-48BBA5FC389D}"/>
              </a:ext>
            </a:extLst>
          </p:cNvPr>
          <p:cNvSpPr>
            <a:spLocks noGrp="1"/>
          </p:cNvSpPr>
          <p:nvPr>
            <p:ph type="pic" sz="quarter" idx="20" hasCustomPrompt="1"/>
          </p:nvPr>
        </p:nvSpPr>
        <p:spPr>
          <a:xfrm>
            <a:off x="4776437" y="4995008"/>
            <a:ext cx="872827" cy="871943"/>
          </a:xfrm>
          <a:prstGeom prst="ellipse">
            <a:avLst/>
          </a:prstGeom>
          <a:solidFill>
            <a:schemeClr val="tx1"/>
          </a:solidFill>
        </p:spPr>
        <p:txBody>
          <a:bodyPr>
            <a:normAutofit/>
          </a:bodyPr>
          <a:lstStyle>
            <a:lvl1pPr marL="0" indent="0" algn="ctr" rtl="0">
              <a:buNone/>
              <a:defRPr sz="600"/>
            </a:lvl1pPr>
          </a:lstStyle>
          <a:p>
            <a:r>
              <a:rPr lang="fr-FR" dirty="0"/>
              <a:t>Picture</a:t>
            </a:r>
          </a:p>
          <a:p>
            <a:endParaRPr lang="fr-FR" dirty="0"/>
          </a:p>
        </p:txBody>
      </p:sp>
      <p:sp>
        <p:nvSpPr>
          <p:cNvPr id="45" name="Picture Placeholder 10">
            <a:extLst>
              <a:ext uri="{FF2B5EF4-FFF2-40B4-BE49-F238E27FC236}">
                <a16:creationId xmlns:a16="http://schemas.microsoft.com/office/drawing/2014/main" id="{FF0CB30F-6742-4E8E-9918-FF5A545074AE}"/>
              </a:ext>
            </a:extLst>
          </p:cNvPr>
          <p:cNvSpPr>
            <a:spLocks noGrp="1"/>
          </p:cNvSpPr>
          <p:nvPr>
            <p:ph type="pic" sz="quarter" idx="21" hasCustomPrompt="1"/>
          </p:nvPr>
        </p:nvSpPr>
        <p:spPr>
          <a:xfrm>
            <a:off x="8190198" y="4995008"/>
            <a:ext cx="872827" cy="871943"/>
          </a:xfrm>
          <a:prstGeom prst="ellipse">
            <a:avLst/>
          </a:prstGeom>
          <a:solidFill>
            <a:schemeClr val="tx1"/>
          </a:solidFill>
        </p:spPr>
        <p:txBody>
          <a:bodyPr>
            <a:normAutofit/>
          </a:bodyPr>
          <a:lstStyle>
            <a:lvl1pPr marL="0" indent="0" algn="ctr" rtl="0">
              <a:buNone/>
              <a:defRPr sz="600"/>
            </a:lvl1pPr>
          </a:lstStyle>
          <a:p>
            <a:r>
              <a:rPr lang="fr-FR" dirty="0"/>
              <a:t>Picture</a:t>
            </a:r>
          </a:p>
          <a:p>
            <a:endParaRPr lang="fr-FR" dirty="0"/>
          </a:p>
        </p:txBody>
      </p:sp>
    </p:spTree>
    <p:extLst>
      <p:ext uri="{BB962C8B-B14F-4D97-AF65-F5344CB8AC3E}">
        <p14:creationId xmlns:p14="http://schemas.microsoft.com/office/powerpoint/2010/main" val="3708973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am 3">
    <p:spTree>
      <p:nvGrpSpPr>
        <p:cNvPr id="1" name=""/>
        <p:cNvGrpSpPr/>
        <p:nvPr/>
      </p:nvGrpSpPr>
      <p:grpSpPr>
        <a:xfrm>
          <a:off x="0" y="0"/>
          <a:ext cx="0" cy="0"/>
          <a:chOff x="0" y="0"/>
          <a:chExt cx="0" cy="0"/>
        </a:xfrm>
      </p:grpSpPr>
      <p:sp>
        <p:nvSpPr>
          <p:cNvPr id="26" name="Picture Placeholder 10">
            <a:extLst>
              <a:ext uri="{FF2B5EF4-FFF2-40B4-BE49-F238E27FC236}">
                <a16:creationId xmlns:a16="http://schemas.microsoft.com/office/drawing/2014/main" id="{22EE241B-2BBC-4744-835C-8F40458A127C}"/>
              </a:ext>
            </a:extLst>
          </p:cNvPr>
          <p:cNvSpPr>
            <a:spLocks noGrp="1"/>
          </p:cNvSpPr>
          <p:nvPr>
            <p:ph type="pic" sz="quarter" idx="13" hasCustomPrompt="1"/>
          </p:nvPr>
        </p:nvSpPr>
        <p:spPr>
          <a:xfrm>
            <a:off x="1343505" y="112540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27" name="Picture Placeholder 10">
            <a:extLst>
              <a:ext uri="{FF2B5EF4-FFF2-40B4-BE49-F238E27FC236}">
                <a16:creationId xmlns:a16="http://schemas.microsoft.com/office/drawing/2014/main" id="{6CAB5CF8-20D7-4B90-95C9-20E098992A49}"/>
              </a:ext>
            </a:extLst>
          </p:cNvPr>
          <p:cNvSpPr>
            <a:spLocks noGrp="1"/>
          </p:cNvSpPr>
          <p:nvPr>
            <p:ph type="pic" sz="quarter" idx="14" hasCustomPrompt="1"/>
          </p:nvPr>
        </p:nvSpPr>
        <p:spPr>
          <a:xfrm>
            <a:off x="3783307" y="112540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28" name="Picture Placeholder 10">
            <a:extLst>
              <a:ext uri="{FF2B5EF4-FFF2-40B4-BE49-F238E27FC236}">
                <a16:creationId xmlns:a16="http://schemas.microsoft.com/office/drawing/2014/main" id="{62CEBB88-3D8A-4909-B93A-1F994D6624FA}"/>
              </a:ext>
            </a:extLst>
          </p:cNvPr>
          <p:cNvSpPr>
            <a:spLocks noGrp="1"/>
          </p:cNvSpPr>
          <p:nvPr>
            <p:ph type="pic" sz="quarter" idx="15" hasCustomPrompt="1"/>
          </p:nvPr>
        </p:nvSpPr>
        <p:spPr>
          <a:xfrm>
            <a:off x="6223109" y="112540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29" name="Picture Placeholder 10">
            <a:extLst>
              <a:ext uri="{FF2B5EF4-FFF2-40B4-BE49-F238E27FC236}">
                <a16:creationId xmlns:a16="http://schemas.microsoft.com/office/drawing/2014/main" id="{1EEB6057-CF61-47A1-8D3B-A9763726F611}"/>
              </a:ext>
            </a:extLst>
          </p:cNvPr>
          <p:cNvSpPr>
            <a:spLocks noGrp="1"/>
          </p:cNvSpPr>
          <p:nvPr>
            <p:ph type="pic" sz="quarter" idx="16" hasCustomPrompt="1"/>
          </p:nvPr>
        </p:nvSpPr>
        <p:spPr>
          <a:xfrm>
            <a:off x="8662910" y="1125405"/>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30" name="Picture Placeholder 10">
            <a:extLst>
              <a:ext uri="{FF2B5EF4-FFF2-40B4-BE49-F238E27FC236}">
                <a16:creationId xmlns:a16="http://schemas.microsoft.com/office/drawing/2014/main" id="{03BD2BA6-012F-4C7B-9935-0A0FF955DB30}"/>
              </a:ext>
            </a:extLst>
          </p:cNvPr>
          <p:cNvSpPr>
            <a:spLocks noGrp="1"/>
          </p:cNvSpPr>
          <p:nvPr>
            <p:ph type="pic" sz="quarter" idx="17" hasCustomPrompt="1"/>
          </p:nvPr>
        </p:nvSpPr>
        <p:spPr>
          <a:xfrm>
            <a:off x="1343505" y="2156312"/>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1" name="Picture Placeholder 10">
            <a:extLst>
              <a:ext uri="{FF2B5EF4-FFF2-40B4-BE49-F238E27FC236}">
                <a16:creationId xmlns:a16="http://schemas.microsoft.com/office/drawing/2014/main" id="{8212F895-139A-4202-8B95-2C7A110D6760}"/>
              </a:ext>
            </a:extLst>
          </p:cNvPr>
          <p:cNvSpPr>
            <a:spLocks noGrp="1"/>
          </p:cNvSpPr>
          <p:nvPr>
            <p:ph type="pic" sz="quarter" idx="18" hasCustomPrompt="1"/>
          </p:nvPr>
        </p:nvSpPr>
        <p:spPr>
          <a:xfrm>
            <a:off x="3783307" y="2156312"/>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2" name="Picture Placeholder 10">
            <a:extLst>
              <a:ext uri="{FF2B5EF4-FFF2-40B4-BE49-F238E27FC236}">
                <a16:creationId xmlns:a16="http://schemas.microsoft.com/office/drawing/2014/main" id="{49B61935-611C-4306-A86C-ADAC9B00FAE3}"/>
              </a:ext>
            </a:extLst>
          </p:cNvPr>
          <p:cNvSpPr>
            <a:spLocks noGrp="1"/>
          </p:cNvSpPr>
          <p:nvPr>
            <p:ph type="pic" sz="quarter" idx="19" hasCustomPrompt="1"/>
          </p:nvPr>
        </p:nvSpPr>
        <p:spPr>
          <a:xfrm>
            <a:off x="6223109" y="2156312"/>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3" name="Picture Placeholder 10">
            <a:extLst>
              <a:ext uri="{FF2B5EF4-FFF2-40B4-BE49-F238E27FC236}">
                <a16:creationId xmlns:a16="http://schemas.microsoft.com/office/drawing/2014/main" id="{CEBAAD78-3A0A-4669-9779-D4D727D7F89A}"/>
              </a:ext>
            </a:extLst>
          </p:cNvPr>
          <p:cNvSpPr>
            <a:spLocks noGrp="1"/>
          </p:cNvSpPr>
          <p:nvPr>
            <p:ph type="pic" sz="quarter" idx="20" hasCustomPrompt="1"/>
          </p:nvPr>
        </p:nvSpPr>
        <p:spPr>
          <a:xfrm>
            <a:off x="8662910" y="215631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34" name="Picture Placeholder 10">
            <a:extLst>
              <a:ext uri="{FF2B5EF4-FFF2-40B4-BE49-F238E27FC236}">
                <a16:creationId xmlns:a16="http://schemas.microsoft.com/office/drawing/2014/main" id="{97EC4FAC-6170-4C75-A3FD-3A5D85AA3657}"/>
              </a:ext>
            </a:extLst>
          </p:cNvPr>
          <p:cNvSpPr>
            <a:spLocks noGrp="1"/>
          </p:cNvSpPr>
          <p:nvPr>
            <p:ph type="pic" sz="quarter" idx="21" hasCustomPrompt="1"/>
          </p:nvPr>
        </p:nvSpPr>
        <p:spPr>
          <a:xfrm>
            <a:off x="1343505" y="320148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5" name="Picture Placeholder 10">
            <a:extLst>
              <a:ext uri="{FF2B5EF4-FFF2-40B4-BE49-F238E27FC236}">
                <a16:creationId xmlns:a16="http://schemas.microsoft.com/office/drawing/2014/main" id="{2ACB2DC4-26F7-4BC8-88B7-078896321308}"/>
              </a:ext>
            </a:extLst>
          </p:cNvPr>
          <p:cNvSpPr>
            <a:spLocks noGrp="1"/>
          </p:cNvSpPr>
          <p:nvPr>
            <p:ph type="pic" sz="quarter" idx="22" hasCustomPrompt="1"/>
          </p:nvPr>
        </p:nvSpPr>
        <p:spPr>
          <a:xfrm>
            <a:off x="3783307" y="320148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6" name="Picture Placeholder 10">
            <a:extLst>
              <a:ext uri="{FF2B5EF4-FFF2-40B4-BE49-F238E27FC236}">
                <a16:creationId xmlns:a16="http://schemas.microsoft.com/office/drawing/2014/main" id="{5C281E6C-DED0-4B17-941E-210561539334}"/>
              </a:ext>
            </a:extLst>
          </p:cNvPr>
          <p:cNvSpPr>
            <a:spLocks noGrp="1"/>
          </p:cNvSpPr>
          <p:nvPr>
            <p:ph type="pic" sz="quarter" idx="23" hasCustomPrompt="1"/>
          </p:nvPr>
        </p:nvSpPr>
        <p:spPr>
          <a:xfrm>
            <a:off x="6223109" y="320148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7" name="Picture Placeholder 10">
            <a:extLst>
              <a:ext uri="{FF2B5EF4-FFF2-40B4-BE49-F238E27FC236}">
                <a16:creationId xmlns:a16="http://schemas.microsoft.com/office/drawing/2014/main" id="{8A43420A-D73B-4EB8-8CF4-AD69734CBCA1}"/>
              </a:ext>
            </a:extLst>
          </p:cNvPr>
          <p:cNvSpPr>
            <a:spLocks noGrp="1"/>
          </p:cNvSpPr>
          <p:nvPr>
            <p:ph type="pic" sz="quarter" idx="24" hasCustomPrompt="1"/>
          </p:nvPr>
        </p:nvSpPr>
        <p:spPr>
          <a:xfrm>
            <a:off x="8662910" y="3201485"/>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38" name="Picture Placeholder 10">
            <a:extLst>
              <a:ext uri="{FF2B5EF4-FFF2-40B4-BE49-F238E27FC236}">
                <a16:creationId xmlns:a16="http://schemas.microsoft.com/office/drawing/2014/main" id="{436394BF-0BE0-4580-9A4B-6C3F669CE74A}"/>
              </a:ext>
            </a:extLst>
          </p:cNvPr>
          <p:cNvSpPr>
            <a:spLocks noGrp="1"/>
          </p:cNvSpPr>
          <p:nvPr>
            <p:ph type="pic" sz="quarter" idx="25" hasCustomPrompt="1"/>
          </p:nvPr>
        </p:nvSpPr>
        <p:spPr>
          <a:xfrm>
            <a:off x="1343505" y="4246658"/>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9" name="Picture Placeholder 10">
            <a:extLst>
              <a:ext uri="{FF2B5EF4-FFF2-40B4-BE49-F238E27FC236}">
                <a16:creationId xmlns:a16="http://schemas.microsoft.com/office/drawing/2014/main" id="{6E2E6841-CA27-4420-B76E-77748104AF8C}"/>
              </a:ext>
            </a:extLst>
          </p:cNvPr>
          <p:cNvSpPr>
            <a:spLocks noGrp="1"/>
          </p:cNvSpPr>
          <p:nvPr>
            <p:ph type="pic" sz="quarter" idx="26" hasCustomPrompt="1"/>
          </p:nvPr>
        </p:nvSpPr>
        <p:spPr>
          <a:xfrm>
            <a:off x="3783307" y="4246658"/>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40" name="Picture Placeholder 10">
            <a:extLst>
              <a:ext uri="{FF2B5EF4-FFF2-40B4-BE49-F238E27FC236}">
                <a16:creationId xmlns:a16="http://schemas.microsoft.com/office/drawing/2014/main" id="{B27D8595-9D80-4B4E-ABD1-DC192925DAC7}"/>
              </a:ext>
            </a:extLst>
          </p:cNvPr>
          <p:cNvSpPr>
            <a:spLocks noGrp="1"/>
          </p:cNvSpPr>
          <p:nvPr>
            <p:ph type="pic" sz="quarter" idx="27" hasCustomPrompt="1"/>
          </p:nvPr>
        </p:nvSpPr>
        <p:spPr>
          <a:xfrm>
            <a:off x="6223109" y="4246658"/>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41" name="Picture Placeholder 10">
            <a:extLst>
              <a:ext uri="{FF2B5EF4-FFF2-40B4-BE49-F238E27FC236}">
                <a16:creationId xmlns:a16="http://schemas.microsoft.com/office/drawing/2014/main" id="{008D5C9F-A7BE-434D-8A2D-382361D56102}"/>
              </a:ext>
            </a:extLst>
          </p:cNvPr>
          <p:cNvSpPr>
            <a:spLocks noGrp="1"/>
          </p:cNvSpPr>
          <p:nvPr>
            <p:ph type="pic" sz="quarter" idx="28" hasCustomPrompt="1"/>
          </p:nvPr>
        </p:nvSpPr>
        <p:spPr>
          <a:xfrm>
            <a:off x="8662910" y="4246658"/>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2" name="Picture Placeholder 10">
            <a:extLst>
              <a:ext uri="{FF2B5EF4-FFF2-40B4-BE49-F238E27FC236}">
                <a16:creationId xmlns:a16="http://schemas.microsoft.com/office/drawing/2014/main" id="{352F1818-2397-4AFC-B47F-7932B5FE27DB}"/>
              </a:ext>
            </a:extLst>
          </p:cNvPr>
          <p:cNvSpPr>
            <a:spLocks noGrp="1"/>
          </p:cNvSpPr>
          <p:nvPr>
            <p:ph type="pic" sz="quarter" idx="29" hasCustomPrompt="1"/>
          </p:nvPr>
        </p:nvSpPr>
        <p:spPr>
          <a:xfrm>
            <a:off x="1343505"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3" name="Picture Placeholder 10">
            <a:extLst>
              <a:ext uri="{FF2B5EF4-FFF2-40B4-BE49-F238E27FC236}">
                <a16:creationId xmlns:a16="http://schemas.microsoft.com/office/drawing/2014/main" id="{B32CAC22-C1FC-4489-8212-D7CB7E687C3D}"/>
              </a:ext>
            </a:extLst>
          </p:cNvPr>
          <p:cNvSpPr>
            <a:spLocks noGrp="1"/>
          </p:cNvSpPr>
          <p:nvPr>
            <p:ph type="pic" sz="quarter" idx="30" hasCustomPrompt="1"/>
          </p:nvPr>
        </p:nvSpPr>
        <p:spPr>
          <a:xfrm>
            <a:off x="3783307"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4" name="Picture Placeholder 10">
            <a:extLst>
              <a:ext uri="{FF2B5EF4-FFF2-40B4-BE49-F238E27FC236}">
                <a16:creationId xmlns:a16="http://schemas.microsoft.com/office/drawing/2014/main" id="{B56CC017-012F-4974-9E86-201FB003BE61}"/>
              </a:ext>
            </a:extLst>
          </p:cNvPr>
          <p:cNvSpPr>
            <a:spLocks noGrp="1"/>
          </p:cNvSpPr>
          <p:nvPr>
            <p:ph type="pic" sz="quarter" idx="31" hasCustomPrompt="1"/>
          </p:nvPr>
        </p:nvSpPr>
        <p:spPr>
          <a:xfrm>
            <a:off x="6223109"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5" name="Picture Placeholder 10">
            <a:extLst>
              <a:ext uri="{FF2B5EF4-FFF2-40B4-BE49-F238E27FC236}">
                <a16:creationId xmlns:a16="http://schemas.microsoft.com/office/drawing/2014/main" id="{9C7581D8-3435-4480-BB56-69621A99B889}"/>
              </a:ext>
            </a:extLst>
          </p:cNvPr>
          <p:cNvSpPr>
            <a:spLocks noGrp="1"/>
          </p:cNvSpPr>
          <p:nvPr>
            <p:ph type="pic" sz="quarter" idx="32" hasCustomPrompt="1"/>
          </p:nvPr>
        </p:nvSpPr>
        <p:spPr>
          <a:xfrm>
            <a:off x="8662910"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Tree>
    <p:extLst>
      <p:ext uri="{BB962C8B-B14F-4D97-AF65-F5344CB8AC3E}">
        <p14:creationId xmlns:p14="http://schemas.microsoft.com/office/powerpoint/2010/main" val="40695742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4">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7B4F1CB-95E7-41BB-84CD-811F727BAF3E}"/>
              </a:ext>
            </a:extLst>
          </p:cNvPr>
          <p:cNvSpPr>
            <a:spLocks noGrp="1"/>
          </p:cNvSpPr>
          <p:nvPr>
            <p:ph type="pic" sz="quarter" idx="10" hasCustomPrompt="1"/>
          </p:nvPr>
        </p:nvSpPr>
        <p:spPr>
          <a:xfrm>
            <a:off x="1357314" y="2142548"/>
            <a:ext cx="2036618" cy="2597727"/>
          </a:xfrm>
          <a:prstGeom prst="rect">
            <a:avLst/>
          </a:prstGeom>
          <a:solidFill>
            <a:schemeClr val="tx1"/>
          </a:solidFill>
        </p:spPr>
        <p:txBody>
          <a:bodyPr/>
          <a:lstStyle>
            <a:lvl1pPr marL="0" indent="0" algn="ctr">
              <a:buNone/>
              <a:defRPr sz="1600"/>
            </a:lvl1pPr>
          </a:lstStyle>
          <a:p>
            <a:r>
              <a:rPr lang="fr-FR" dirty="0"/>
              <a:t>	</a:t>
            </a:r>
          </a:p>
          <a:p>
            <a:endParaRPr lang="fr-FR" dirty="0"/>
          </a:p>
          <a:p>
            <a:endParaRPr lang="fr-FR" dirty="0"/>
          </a:p>
          <a:p>
            <a:r>
              <a:rPr lang="fr-FR" dirty="0"/>
              <a:t>PICTURE</a:t>
            </a:r>
          </a:p>
        </p:txBody>
      </p:sp>
      <p:sp>
        <p:nvSpPr>
          <p:cNvPr id="12" name="Picture Placeholder 10">
            <a:extLst>
              <a:ext uri="{FF2B5EF4-FFF2-40B4-BE49-F238E27FC236}">
                <a16:creationId xmlns:a16="http://schemas.microsoft.com/office/drawing/2014/main" id="{2A54250B-4272-4700-9E95-FBE4CD93773E}"/>
              </a:ext>
            </a:extLst>
          </p:cNvPr>
          <p:cNvSpPr>
            <a:spLocks noGrp="1"/>
          </p:cNvSpPr>
          <p:nvPr>
            <p:ph type="pic" sz="quarter" idx="11" hasCustomPrompt="1"/>
          </p:nvPr>
        </p:nvSpPr>
        <p:spPr>
          <a:xfrm>
            <a:off x="3827255" y="2142548"/>
            <a:ext cx="2036618" cy="2597727"/>
          </a:xfrm>
          <a:prstGeom prst="rect">
            <a:avLst/>
          </a:prstGeom>
          <a:solidFill>
            <a:schemeClr val="tx1"/>
          </a:solidFill>
        </p:spPr>
        <p:txBody>
          <a:bodyPr/>
          <a:lstStyle>
            <a:lvl1pPr marL="0" indent="0" algn="ctr" rtl="0">
              <a:buNone/>
              <a:defRPr sz="1600"/>
            </a:lvl1pPr>
          </a:lstStyle>
          <a:p>
            <a:r>
              <a:rPr lang="fr-FR" dirty="0"/>
              <a:t>	</a:t>
            </a:r>
          </a:p>
          <a:p>
            <a:endParaRPr lang="fr-FR" dirty="0"/>
          </a:p>
          <a:p>
            <a:endParaRPr lang="fr-FR" dirty="0"/>
          </a:p>
          <a:p>
            <a:r>
              <a:rPr lang="fr-FR" dirty="0"/>
              <a:t>PICTURE</a:t>
            </a:r>
          </a:p>
        </p:txBody>
      </p:sp>
      <p:sp>
        <p:nvSpPr>
          <p:cNvPr id="13" name="Picture Placeholder 10">
            <a:extLst>
              <a:ext uri="{FF2B5EF4-FFF2-40B4-BE49-F238E27FC236}">
                <a16:creationId xmlns:a16="http://schemas.microsoft.com/office/drawing/2014/main" id="{63F891ED-CFDF-48EE-BC3D-74230214B071}"/>
              </a:ext>
            </a:extLst>
          </p:cNvPr>
          <p:cNvSpPr>
            <a:spLocks noGrp="1"/>
          </p:cNvSpPr>
          <p:nvPr>
            <p:ph type="pic" sz="quarter" idx="12" hasCustomPrompt="1"/>
          </p:nvPr>
        </p:nvSpPr>
        <p:spPr>
          <a:xfrm>
            <a:off x="6329860" y="2142548"/>
            <a:ext cx="2036618" cy="2597727"/>
          </a:xfrm>
          <a:prstGeom prst="rect">
            <a:avLst/>
          </a:prstGeom>
          <a:solidFill>
            <a:schemeClr val="tx1"/>
          </a:solidFill>
        </p:spPr>
        <p:txBody>
          <a:bodyPr/>
          <a:lstStyle>
            <a:lvl1pPr marL="0" indent="0" algn="ctr" rtl="0">
              <a:buNone/>
              <a:defRPr sz="1600"/>
            </a:lvl1pPr>
          </a:lstStyle>
          <a:p>
            <a:r>
              <a:rPr lang="fr-FR" dirty="0"/>
              <a:t>	</a:t>
            </a:r>
          </a:p>
          <a:p>
            <a:endParaRPr lang="fr-FR" dirty="0"/>
          </a:p>
          <a:p>
            <a:endParaRPr lang="fr-FR" dirty="0"/>
          </a:p>
          <a:p>
            <a:r>
              <a:rPr lang="fr-FR" dirty="0"/>
              <a:t>PICTURE</a:t>
            </a:r>
          </a:p>
        </p:txBody>
      </p:sp>
      <p:sp>
        <p:nvSpPr>
          <p:cNvPr id="14" name="Picture Placeholder 10">
            <a:extLst>
              <a:ext uri="{FF2B5EF4-FFF2-40B4-BE49-F238E27FC236}">
                <a16:creationId xmlns:a16="http://schemas.microsoft.com/office/drawing/2014/main" id="{7427D460-C8D5-4849-98E7-5367CC0527B3}"/>
              </a:ext>
            </a:extLst>
          </p:cNvPr>
          <p:cNvSpPr>
            <a:spLocks noGrp="1"/>
          </p:cNvSpPr>
          <p:nvPr>
            <p:ph type="pic" sz="quarter" idx="13" hasCustomPrompt="1"/>
          </p:nvPr>
        </p:nvSpPr>
        <p:spPr>
          <a:xfrm>
            <a:off x="8810626" y="2142548"/>
            <a:ext cx="2036618" cy="2597727"/>
          </a:xfrm>
          <a:prstGeom prst="rect">
            <a:avLst/>
          </a:prstGeom>
          <a:solidFill>
            <a:schemeClr val="tx1"/>
          </a:solidFill>
        </p:spPr>
        <p:txBody>
          <a:bodyPr/>
          <a:lstStyle>
            <a:lvl1pPr marL="0" indent="0" algn="ctr" rtl="0">
              <a:buNone/>
              <a:defRPr sz="1600"/>
            </a:lvl1pPr>
          </a:lstStyle>
          <a:p>
            <a:r>
              <a:rPr lang="fr-FR" dirty="0"/>
              <a:t>	</a:t>
            </a:r>
          </a:p>
          <a:p>
            <a:endParaRPr lang="fr-FR" dirty="0"/>
          </a:p>
          <a:p>
            <a:endParaRPr lang="fr-FR" dirty="0"/>
          </a:p>
          <a:p>
            <a:r>
              <a:rPr lang="fr-FR" dirty="0"/>
              <a:t>PICTURE</a:t>
            </a:r>
          </a:p>
        </p:txBody>
      </p:sp>
    </p:spTree>
    <p:extLst>
      <p:ext uri="{BB962C8B-B14F-4D97-AF65-F5344CB8AC3E}">
        <p14:creationId xmlns:p14="http://schemas.microsoft.com/office/powerpoint/2010/main" val="36535286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esentation">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D0AF8791-9D94-4BF7-908B-96C3B4C29294}"/>
              </a:ext>
            </a:extLst>
          </p:cNvPr>
          <p:cNvSpPr>
            <a:spLocks noGrp="1"/>
          </p:cNvSpPr>
          <p:nvPr>
            <p:ph type="pic" sz="quarter" idx="10" hasCustomPrompt="1"/>
          </p:nvPr>
        </p:nvSpPr>
        <p:spPr>
          <a:xfrm>
            <a:off x="1357314" y="800100"/>
            <a:ext cx="3839072" cy="52578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16995613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ainer 1">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8AC4AD57-0BE9-49C6-825B-E9FA1F1C631B}"/>
              </a:ext>
            </a:extLst>
          </p:cNvPr>
          <p:cNvSpPr>
            <a:spLocks noGrp="1"/>
          </p:cNvSpPr>
          <p:nvPr>
            <p:ph type="pic" sz="quarter" idx="10" hasCustomPrompt="1"/>
          </p:nvPr>
        </p:nvSpPr>
        <p:spPr>
          <a:xfrm>
            <a:off x="1357313" y="2333624"/>
            <a:ext cx="9491659" cy="3724276"/>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3076221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iner 2">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7716262" y="0"/>
            <a:ext cx="4475737" cy="68580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4122040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ainer 3">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0" y="0"/>
            <a:ext cx="6096000" cy="68580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38350989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ainer 4">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6096000" y="0"/>
            <a:ext cx="6096000" cy="68580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2035308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ainer 5">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427128" y="552450"/>
            <a:ext cx="8680183" cy="57531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2765867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ood morning">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1343025" y="800098"/>
            <a:ext cx="5329238" cy="5257801"/>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4170346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okey">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1343025" y="800098"/>
            <a:ext cx="2987055" cy="3641271"/>
          </a:xfrm>
          <a:prstGeom prst="rect">
            <a:avLst/>
          </a:prstGeom>
          <a:solidFill>
            <a:schemeClr val="tx1"/>
          </a:solidFill>
        </p:spPr>
        <p:txBody>
          <a:bodyPr/>
          <a:lstStyle>
            <a:lvl1pPr marL="0" indent="0" algn="ctr">
              <a:buNone/>
              <a:defRPr sz="2400"/>
            </a:lvl1pPr>
          </a:lstStyle>
          <a:p>
            <a:r>
              <a:rPr lang="fr-FR" dirty="0"/>
              <a:t>	</a:t>
            </a:r>
          </a:p>
          <a:p>
            <a:endParaRPr lang="fr-FR" dirty="0"/>
          </a:p>
          <a:p>
            <a:r>
              <a:rPr lang="fr-FR" dirty="0"/>
              <a:t>PICTURE</a:t>
            </a:r>
          </a:p>
        </p:txBody>
      </p:sp>
      <p:sp>
        <p:nvSpPr>
          <p:cNvPr id="6" name="Picture Placeholder 10">
            <a:extLst>
              <a:ext uri="{FF2B5EF4-FFF2-40B4-BE49-F238E27FC236}">
                <a16:creationId xmlns:a16="http://schemas.microsoft.com/office/drawing/2014/main" id="{72855E4E-0C63-46F6-AF74-7985B3D2289C}"/>
              </a:ext>
            </a:extLst>
          </p:cNvPr>
          <p:cNvSpPr>
            <a:spLocks noGrp="1"/>
          </p:cNvSpPr>
          <p:nvPr>
            <p:ph type="pic" sz="quarter" idx="11" hasCustomPrompt="1"/>
          </p:nvPr>
        </p:nvSpPr>
        <p:spPr>
          <a:xfrm>
            <a:off x="4568184" y="800098"/>
            <a:ext cx="2987057" cy="3641271"/>
          </a:xfrm>
          <a:prstGeom prst="rect">
            <a:avLst/>
          </a:prstGeom>
          <a:solidFill>
            <a:schemeClr val="tx1"/>
          </a:solidFill>
        </p:spPr>
        <p:txBody>
          <a:bodyPr/>
          <a:lstStyle>
            <a:lvl1pPr marL="0" indent="0" algn="ctr" rtl="0">
              <a:buNone/>
              <a:defRPr sz="2400"/>
            </a:lvl1pPr>
          </a:lstStyle>
          <a:p>
            <a:r>
              <a:rPr lang="fr-FR" dirty="0"/>
              <a:t>	</a:t>
            </a:r>
          </a:p>
          <a:p>
            <a:endParaRPr lang="fr-FR" dirty="0"/>
          </a:p>
          <a:p>
            <a:r>
              <a:rPr lang="fr-FR" dirty="0"/>
              <a:t>PICTURE</a:t>
            </a:r>
          </a:p>
        </p:txBody>
      </p:sp>
      <p:sp>
        <p:nvSpPr>
          <p:cNvPr id="8" name="Picture Placeholder 10">
            <a:extLst>
              <a:ext uri="{FF2B5EF4-FFF2-40B4-BE49-F238E27FC236}">
                <a16:creationId xmlns:a16="http://schemas.microsoft.com/office/drawing/2014/main" id="{0555A4FC-4CCB-4761-BA47-6EF02177460A}"/>
              </a:ext>
            </a:extLst>
          </p:cNvPr>
          <p:cNvSpPr>
            <a:spLocks noGrp="1"/>
          </p:cNvSpPr>
          <p:nvPr>
            <p:ph type="pic" sz="quarter" idx="12" hasCustomPrompt="1"/>
          </p:nvPr>
        </p:nvSpPr>
        <p:spPr>
          <a:xfrm>
            <a:off x="7793346" y="800098"/>
            <a:ext cx="3055627" cy="3641271"/>
          </a:xfrm>
          <a:prstGeom prst="rect">
            <a:avLst/>
          </a:prstGeom>
          <a:solidFill>
            <a:schemeClr val="tx1"/>
          </a:solidFill>
        </p:spPr>
        <p:txBody>
          <a:bodyPr/>
          <a:lstStyle>
            <a:lvl1pPr marL="0" indent="0" algn="ctr" rtl="0">
              <a:buNone/>
              <a:defRPr sz="24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0868612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ainer 6">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1343025" y="1160463"/>
            <a:ext cx="4752975" cy="4645024"/>
          </a:xfrm>
          <a:prstGeom prst="rect">
            <a:avLst/>
          </a:prstGeom>
          <a:solidFill>
            <a:schemeClr val="tx1"/>
          </a:solidFill>
        </p:spPr>
        <p:txBody>
          <a:bodyPr/>
          <a:lstStyle>
            <a:lvl1pPr marL="0" indent="0" algn="ctr">
              <a:buNone/>
              <a:defRPr sz="24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4595650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ainer 7">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0" y="0"/>
            <a:ext cx="696687" cy="6858000"/>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7096886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ainer 8">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489629"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8" name="Picture Placeholder 10">
            <a:extLst>
              <a:ext uri="{FF2B5EF4-FFF2-40B4-BE49-F238E27FC236}">
                <a16:creationId xmlns:a16="http://schemas.microsoft.com/office/drawing/2014/main" id="{3C87B226-FB09-4A65-8099-8300B588C926}"/>
              </a:ext>
            </a:extLst>
          </p:cNvPr>
          <p:cNvSpPr>
            <a:spLocks noGrp="1"/>
          </p:cNvSpPr>
          <p:nvPr>
            <p:ph type="pic" sz="quarter" idx="11" hasCustomPrompt="1"/>
          </p:nvPr>
        </p:nvSpPr>
        <p:spPr>
          <a:xfrm>
            <a:off x="3398028"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9" name="Picture Placeholder 10">
            <a:extLst>
              <a:ext uri="{FF2B5EF4-FFF2-40B4-BE49-F238E27FC236}">
                <a16:creationId xmlns:a16="http://schemas.microsoft.com/office/drawing/2014/main" id="{2DB8703F-F124-4DFE-A671-6E977F384329}"/>
              </a:ext>
            </a:extLst>
          </p:cNvPr>
          <p:cNvSpPr>
            <a:spLocks noGrp="1"/>
          </p:cNvSpPr>
          <p:nvPr>
            <p:ph type="pic" sz="quarter" idx="12" hasCustomPrompt="1"/>
          </p:nvPr>
        </p:nvSpPr>
        <p:spPr>
          <a:xfrm>
            <a:off x="6306426"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10" name="Picture Placeholder 10">
            <a:extLst>
              <a:ext uri="{FF2B5EF4-FFF2-40B4-BE49-F238E27FC236}">
                <a16:creationId xmlns:a16="http://schemas.microsoft.com/office/drawing/2014/main" id="{92671105-6192-46DB-B120-D59094B55A07}"/>
              </a:ext>
            </a:extLst>
          </p:cNvPr>
          <p:cNvSpPr>
            <a:spLocks noGrp="1"/>
          </p:cNvSpPr>
          <p:nvPr>
            <p:ph type="pic" sz="quarter" idx="13" hasCustomPrompt="1"/>
          </p:nvPr>
        </p:nvSpPr>
        <p:spPr>
          <a:xfrm>
            <a:off x="9214824"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11385920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iner 9">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8624046" y="0"/>
            <a:ext cx="3567954" cy="6858000"/>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8426199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ainer 10">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6096000" y="0"/>
            <a:ext cx="6096000" cy="6858000"/>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296197370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ainer 11">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144517" y="141890"/>
            <a:ext cx="3861170" cy="3626069"/>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8" name="Picture Placeholder 10">
            <a:extLst>
              <a:ext uri="{FF2B5EF4-FFF2-40B4-BE49-F238E27FC236}">
                <a16:creationId xmlns:a16="http://schemas.microsoft.com/office/drawing/2014/main" id="{B1F59BBA-0F82-46E4-88A7-8B4BF1FC9DD1}"/>
              </a:ext>
            </a:extLst>
          </p:cNvPr>
          <p:cNvSpPr>
            <a:spLocks noGrp="1"/>
          </p:cNvSpPr>
          <p:nvPr>
            <p:ph type="pic" sz="quarter" idx="11" hasCustomPrompt="1"/>
          </p:nvPr>
        </p:nvSpPr>
        <p:spPr>
          <a:xfrm>
            <a:off x="4165413" y="141890"/>
            <a:ext cx="3861170" cy="3626069"/>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9" name="Picture Placeholder 10">
            <a:extLst>
              <a:ext uri="{FF2B5EF4-FFF2-40B4-BE49-F238E27FC236}">
                <a16:creationId xmlns:a16="http://schemas.microsoft.com/office/drawing/2014/main" id="{1D484B8B-E091-4030-BC2B-6BA4849566E7}"/>
              </a:ext>
            </a:extLst>
          </p:cNvPr>
          <p:cNvSpPr>
            <a:spLocks noGrp="1"/>
          </p:cNvSpPr>
          <p:nvPr>
            <p:ph type="pic" sz="quarter" idx="12" hasCustomPrompt="1"/>
          </p:nvPr>
        </p:nvSpPr>
        <p:spPr>
          <a:xfrm>
            <a:off x="8186310" y="141890"/>
            <a:ext cx="3861170" cy="3626069"/>
          </a:xfrm>
          <a:prstGeom prst="rect">
            <a:avLst/>
          </a:prstGeom>
          <a:solidFill>
            <a:schemeClr val="tx1"/>
          </a:solidFill>
        </p:spPr>
        <p:txBody>
          <a:bodyPr/>
          <a:lstStyle>
            <a:lvl1pPr marL="0" indent="0" algn="ctr" rtl="0">
              <a:buNone/>
              <a:defRPr sz="10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10515686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ainer 12">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1" y="1"/>
            <a:ext cx="6095999" cy="4194698"/>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
        <p:nvSpPr>
          <p:cNvPr id="12" name="Picture Placeholder 10">
            <a:extLst>
              <a:ext uri="{FF2B5EF4-FFF2-40B4-BE49-F238E27FC236}">
                <a16:creationId xmlns:a16="http://schemas.microsoft.com/office/drawing/2014/main" id="{35796EA6-35FB-4A7E-809F-A9815E5FEF4A}"/>
              </a:ext>
            </a:extLst>
          </p:cNvPr>
          <p:cNvSpPr>
            <a:spLocks noGrp="1"/>
          </p:cNvSpPr>
          <p:nvPr>
            <p:ph type="pic" sz="quarter" idx="11" hasCustomPrompt="1"/>
          </p:nvPr>
        </p:nvSpPr>
        <p:spPr>
          <a:xfrm>
            <a:off x="6095998" y="1"/>
            <a:ext cx="6095999" cy="4194698"/>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7682563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ainer 13">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1" y="0"/>
            <a:ext cx="12192001" cy="6857999"/>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11380077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A62A3B4-90FB-4299-99EA-8A0033116D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59418" y="2781300"/>
            <a:ext cx="2073164" cy="1295399"/>
          </a:xfrm>
          <a:prstGeom prst="rect">
            <a:avLst/>
          </a:prstGeom>
        </p:spPr>
      </p:pic>
    </p:spTree>
    <p:extLst>
      <p:ext uri="{BB962C8B-B14F-4D97-AF65-F5344CB8AC3E}">
        <p14:creationId xmlns:p14="http://schemas.microsoft.com/office/powerpoint/2010/main" val="40206912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Phone X">
    <p:spTree>
      <p:nvGrpSpPr>
        <p:cNvPr id="1" name=""/>
        <p:cNvGrpSpPr/>
        <p:nvPr/>
      </p:nvGrpSpPr>
      <p:grpSpPr>
        <a:xfrm>
          <a:off x="0" y="0"/>
          <a:ext cx="0" cy="0"/>
          <a:chOff x="0" y="0"/>
          <a:chExt cx="0" cy="0"/>
        </a:xfrm>
      </p:grpSpPr>
      <p:sp>
        <p:nvSpPr>
          <p:cNvPr id="16" name="Picture Placeholder 2">
            <a:extLst>
              <a:ext uri="{FF2B5EF4-FFF2-40B4-BE49-F238E27FC236}">
                <a16:creationId xmlns:a16="http://schemas.microsoft.com/office/drawing/2014/main" id="{1908C951-434A-4DD1-AFA3-1AF87D704742}"/>
              </a:ext>
            </a:extLst>
          </p:cNvPr>
          <p:cNvSpPr>
            <a:spLocks noGrp="1"/>
          </p:cNvSpPr>
          <p:nvPr>
            <p:ph type="pic" sz="quarter" idx="11" hasCustomPrompt="1"/>
          </p:nvPr>
        </p:nvSpPr>
        <p:spPr>
          <a:xfrm>
            <a:off x="2547147" y="896184"/>
            <a:ext cx="2366010" cy="5138856"/>
          </a:xfrm>
          <a:custGeom>
            <a:avLst/>
            <a:gdLst>
              <a:gd name="connsiteX0" fmla="*/ 0 w 2366010"/>
              <a:gd name="connsiteY0" fmla="*/ 244787 h 5124450"/>
              <a:gd name="connsiteX1" fmla="*/ 244787 w 2366010"/>
              <a:gd name="connsiteY1" fmla="*/ 0 h 5124450"/>
              <a:gd name="connsiteX2" fmla="*/ 2121223 w 2366010"/>
              <a:gd name="connsiteY2" fmla="*/ 0 h 5124450"/>
              <a:gd name="connsiteX3" fmla="*/ 2366010 w 2366010"/>
              <a:gd name="connsiteY3" fmla="*/ 244787 h 5124450"/>
              <a:gd name="connsiteX4" fmla="*/ 2366010 w 2366010"/>
              <a:gd name="connsiteY4" fmla="*/ 4879663 h 5124450"/>
              <a:gd name="connsiteX5" fmla="*/ 2121223 w 2366010"/>
              <a:gd name="connsiteY5" fmla="*/ 5124450 h 5124450"/>
              <a:gd name="connsiteX6" fmla="*/ 244787 w 2366010"/>
              <a:gd name="connsiteY6" fmla="*/ 5124450 h 5124450"/>
              <a:gd name="connsiteX7" fmla="*/ 0 w 2366010"/>
              <a:gd name="connsiteY7" fmla="*/ 4879663 h 5124450"/>
              <a:gd name="connsiteX8" fmla="*/ 0 w 2366010"/>
              <a:gd name="connsiteY8" fmla="*/ 244787 h 5124450"/>
              <a:gd name="connsiteX0" fmla="*/ 0 w 2366010"/>
              <a:gd name="connsiteY0" fmla="*/ 244793 h 5124456"/>
              <a:gd name="connsiteX1" fmla="*/ 244787 w 2366010"/>
              <a:gd name="connsiteY1" fmla="*/ 6 h 5124456"/>
              <a:gd name="connsiteX2" fmla="*/ 659130 w 2366010"/>
              <a:gd name="connsiteY2" fmla="*/ 186696 h 5124456"/>
              <a:gd name="connsiteX3" fmla="*/ 2121223 w 2366010"/>
              <a:gd name="connsiteY3" fmla="*/ 6 h 5124456"/>
              <a:gd name="connsiteX4" fmla="*/ 2366010 w 2366010"/>
              <a:gd name="connsiteY4" fmla="*/ 244793 h 5124456"/>
              <a:gd name="connsiteX5" fmla="*/ 2366010 w 2366010"/>
              <a:gd name="connsiteY5" fmla="*/ 4879669 h 5124456"/>
              <a:gd name="connsiteX6" fmla="*/ 2121223 w 2366010"/>
              <a:gd name="connsiteY6" fmla="*/ 5124456 h 5124456"/>
              <a:gd name="connsiteX7" fmla="*/ 244787 w 2366010"/>
              <a:gd name="connsiteY7" fmla="*/ 5124456 h 5124456"/>
              <a:gd name="connsiteX8" fmla="*/ 0 w 2366010"/>
              <a:gd name="connsiteY8" fmla="*/ 4879669 h 5124456"/>
              <a:gd name="connsiteX9" fmla="*/ 0 w 2366010"/>
              <a:gd name="connsiteY9" fmla="*/ 244793 h 5124456"/>
              <a:gd name="connsiteX0" fmla="*/ 0 w 2366010"/>
              <a:gd name="connsiteY0" fmla="*/ 244794 h 5124457"/>
              <a:gd name="connsiteX1" fmla="*/ 244787 w 2366010"/>
              <a:gd name="connsiteY1" fmla="*/ 7 h 5124457"/>
              <a:gd name="connsiteX2" fmla="*/ 659130 w 2366010"/>
              <a:gd name="connsiteY2" fmla="*/ 186697 h 5124457"/>
              <a:gd name="connsiteX3" fmla="*/ 2121223 w 2366010"/>
              <a:gd name="connsiteY3" fmla="*/ 7 h 5124457"/>
              <a:gd name="connsiteX4" fmla="*/ 2366010 w 2366010"/>
              <a:gd name="connsiteY4" fmla="*/ 244794 h 5124457"/>
              <a:gd name="connsiteX5" fmla="*/ 2366010 w 2366010"/>
              <a:gd name="connsiteY5" fmla="*/ 4879670 h 5124457"/>
              <a:gd name="connsiteX6" fmla="*/ 2121223 w 2366010"/>
              <a:gd name="connsiteY6" fmla="*/ 5124457 h 5124457"/>
              <a:gd name="connsiteX7" fmla="*/ 244787 w 2366010"/>
              <a:gd name="connsiteY7" fmla="*/ 5124457 h 5124457"/>
              <a:gd name="connsiteX8" fmla="*/ 0 w 2366010"/>
              <a:gd name="connsiteY8" fmla="*/ 4879670 h 5124457"/>
              <a:gd name="connsiteX9" fmla="*/ 0 w 2366010"/>
              <a:gd name="connsiteY9" fmla="*/ 244794 h 5124457"/>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7353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9704 h 5139367"/>
              <a:gd name="connsiteX1" fmla="*/ 244787 w 2366010"/>
              <a:gd name="connsiteY1" fmla="*/ 14917 h 5139367"/>
              <a:gd name="connsiteX2" fmla="*/ 499110 w 2366010"/>
              <a:gd name="connsiteY2" fmla="*/ 30158 h 5139367"/>
              <a:gd name="connsiteX3" fmla="*/ 735330 w 2366010"/>
              <a:gd name="connsiteY3" fmla="*/ 201607 h 5139367"/>
              <a:gd name="connsiteX4" fmla="*/ 2121223 w 2366010"/>
              <a:gd name="connsiteY4" fmla="*/ 14917 h 5139367"/>
              <a:gd name="connsiteX5" fmla="*/ 2366010 w 2366010"/>
              <a:gd name="connsiteY5" fmla="*/ 259704 h 5139367"/>
              <a:gd name="connsiteX6" fmla="*/ 2366010 w 2366010"/>
              <a:gd name="connsiteY6" fmla="*/ 4894580 h 5139367"/>
              <a:gd name="connsiteX7" fmla="*/ 2121223 w 2366010"/>
              <a:gd name="connsiteY7" fmla="*/ 5139367 h 5139367"/>
              <a:gd name="connsiteX8" fmla="*/ 244787 w 2366010"/>
              <a:gd name="connsiteY8" fmla="*/ 5139367 h 5139367"/>
              <a:gd name="connsiteX9" fmla="*/ 0 w 2366010"/>
              <a:gd name="connsiteY9" fmla="*/ 4894580 h 5139367"/>
              <a:gd name="connsiteX10" fmla="*/ 0 w 2366010"/>
              <a:gd name="connsiteY10" fmla="*/ 259704 h 5139367"/>
              <a:gd name="connsiteX0" fmla="*/ 0 w 2366010"/>
              <a:gd name="connsiteY0" fmla="*/ 255334 h 5134997"/>
              <a:gd name="connsiteX1" fmla="*/ 244787 w 2366010"/>
              <a:gd name="connsiteY1" fmla="*/ 10547 h 5134997"/>
              <a:gd name="connsiteX2" fmla="*/ 499110 w 2366010"/>
              <a:gd name="connsiteY2" fmla="*/ 25788 h 5134997"/>
              <a:gd name="connsiteX3" fmla="*/ 735330 w 2366010"/>
              <a:gd name="connsiteY3" fmla="*/ 19723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5334 h 5134997"/>
              <a:gd name="connsiteX1" fmla="*/ 244787 w 2366010"/>
              <a:gd name="connsiteY1" fmla="*/ 10547 h 5134997"/>
              <a:gd name="connsiteX2" fmla="*/ 499110 w 2366010"/>
              <a:gd name="connsiteY2" fmla="*/ 25788 h 5134997"/>
              <a:gd name="connsiteX3" fmla="*/ 731520 w 2366010"/>
              <a:gd name="connsiteY3" fmla="*/ 19342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1685 h 5131348"/>
              <a:gd name="connsiteX1" fmla="*/ 244787 w 2366010"/>
              <a:gd name="connsiteY1" fmla="*/ 6898 h 5131348"/>
              <a:gd name="connsiteX2" fmla="*/ 510540 w 2366010"/>
              <a:gd name="connsiteY2" fmla="*/ 10709 h 5131348"/>
              <a:gd name="connsiteX3" fmla="*/ 73914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1685 h 5131348"/>
              <a:gd name="connsiteX1" fmla="*/ 244787 w 2366010"/>
              <a:gd name="connsiteY1" fmla="*/ 6898 h 5131348"/>
              <a:gd name="connsiteX2" fmla="*/ 510540 w 2366010"/>
              <a:gd name="connsiteY2" fmla="*/ 10709 h 5131348"/>
              <a:gd name="connsiteX3" fmla="*/ 72771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5624 h 5135287"/>
              <a:gd name="connsiteX1" fmla="*/ 244787 w 2366010"/>
              <a:gd name="connsiteY1" fmla="*/ 10837 h 5135287"/>
              <a:gd name="connsiteX2" fmla="*/ 520700 w 2366010"/>
              <a:gd name="connsiteY2" fmla="*/ 7028 h 5135287"/>
              <a:gd name="connsiteX3" fmla="*/ 727710 w 2366010"/>
              <a:gd name="connsiteY3" fmla="*/ 193717 h 5135287"/>
              <a:gd name="connsiteX4" fmla="*/ 2121223 w 2366010"/>
              <a:gd name="connsiteY4" fmla="*/ 10837 h 5135287"/>
              <a:gd name="connsiteX5" fmla="*/ 2366010 w 2366010"/>
              <a:gd name="connsiteY5" fmla="*/ 255624 h 5135287"/>
              <a:gd name="connsiteX6" fmla="*/ 2366010 w 2366010"/>
              <a:gd name="connsiteY6" fmla="*/ 4890500 h 5135287"/>
              <a:gd name="connsiteX7" fmla="*/ 2121223 w 2366010"/>
              <a:gd name="connsiteY7" fmla="*/ 5135287 h 5135287"/>
              <a:gd name="connsiteX8" fmla="*/ 244787 w 2366010"/>
              <a:gd name="connsiteY8" fmla="*/ 5135287 h 5135287"/>
              <a:gd name="connsiteX9" fmla="*/ 0 w 2366010"/>
              <a:gd name="connsiteY9" fmla="*/ 4890500 h 5135287"/>
              <a:gd name="connsiteX10" fmla="*/ 0 w 2366010"/>
              <a:gd name="connsiteY10" fmla="*/ 255624 h 5135287"/>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2381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58153 w 2366010"/>
              <a:gd name="connsiteY5" fmla="*/ 1375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5773 w 2366010"/>
              <a:gd name="connsiteY5" fmla="*/ 17823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73393 w 2366010"/>
              <a:gd name="connsiteY5" fmla="*/ 21125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63996 h 5143659"/>
              <a:gd name="connsiteX1" fmla="*/ 237167 w 2366010"/>
              <a:gd name="connsiteY1" fmla="*/ 16669 h 5143659"/>
              <a:gd name="connsiteX2" fmla="*/ 520700 w 2366010"/>
              <a:gd name="connsiteY2" fmla="*/ 15400 h 5143659"/>
              <a:gd name="connsiteX3" fmla="*/ 727710 w 2366010"/>
              <a:gd name="connsiteY3" fmla="*/ 202089 h 5143659"/>
              <a:gd name="connsiteX4" fmla="*/ 1364453 w 2366010"/>
              <a:gd name="connsiteY4" fmla="*/ 203362 h 5143659"/>
              <a:gd name="connsiteX5" fmla="*/ 1760693 w 2366010"/>
              <a:gd name="connsiteY5" fmla="*/ 195742 h 5143659"/>
              <a:gd name="connsiteX6" fmla="*/ 1864833 w 2366010"/>
              <a:gd name="connsiteY6" fmla="*/ 25562 h 5143659"/>
              <a:gd name="connsiteX7" fmla="*/ 2121223 w 2366010"/>
              <a:gd name="connsiteY7" fmla="*/ 19209 h 5143659"/>
              <a:gd name="connsiteX8" fmla="*/ 2366010 w 2366010"/>
              <a:gd name="connsiteY8" fmla="*/ 263996 h 5143659"/>
              <a:gd name="connsiteX9" fmla="*/ 2366010 w 2366010"/>
              <a:gd name="connsiteY9" fmla="*/ 4898872 h 5143659"/>
              <a:gd name="connsiteX10" fmla="*/ 2121223 w 2366010"/>
              <a:gd name="connsiteY10" fmla="*/ 5143659 h 5143659"/>
              <a:gd name="connsiteX11" fmla="*/ 244787 w 2366010"/>
              <a:gd name="connsiteY11" fmla="*/ 5143659 h 5143659"/>
              <a:gd name="connsiteX12" fmla="*/ 0 w 2366010"/>
              <a:gd name="connsiteY12" fmla="*/ 4898872 h 5143659"/>
              <a:gd name="connsiteX13" fmla="*/ 0 w 2366010"/>
              <a:gd name="connsiteY13" fmla="*/ 263996 h 5143659"/>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364453 w 2366010"/>
              <a:gd name="connsiteY4" fmla="*/ 196014 h 5136311"/>
              <a:gd name="connsiteX5" fmla="*/ 1760693 w 2366010"/>
              <a:gd name="connsiteY5" fmla="*/ 188394 h 5136311"/>
              <a:gd name="connsiteX6" fmla="*/ 1864833 w 2366010"/>
              <a:gd name="connsiteY6" fmla="*/ 18214 h 5136311"/>
              <a:gd name="connsiteX7" fmla="*/ 2121223 w 2366010"/>
              <a:gd name="connsiteY7" fmla="*/ 11861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6069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60632 h 5140295"/>
              <a:gd name="connsiteX1" fmla="*/ 237167 w 2366010"/>
              <a:gd name="connsiteY1" fmla="*/ 13305 h 5140295"/>
              <a:gd name="connsiteX2" fmla="*/ 520700 w 2366010"/>
              <a:gd name="connsiteY2" fmla="*/ 12036 h 5140295"/>
              <a:gd name="connsiteX3" fmla="*/ 727710 w 2366010"/>
              <a:gd name="connsiteY3" fmla="*/ 198725 h 5140295"/>
              <a:gd name="connsiteX4" fmla="*/ 1364453 w 2366010"/>
              <a:gd name="connsiteY4" fmla="*/ 199998 h 5140295"/>
              <a:gd name="connsiteX5" fmla="*/ 1753073 w 2366010"/>
              <a:gd name="connsiteY5" fmla="*/ 192378 h 5140295"/>
              <a:gd name="connsiteX6" fmla="*/ 1857213 w 2366010"/>
              <a:gd name="connsiteY6" fmla="*/ 14578 h 5140295"/>
              <a:gd name="connsiteX7" fmla="*/ 2121223 w 2366010"/>
              <a:gd name="connsiteY7" fmla="*/ 15845 h 5140295"/>
              <a:gd name="connsiteX8" fmla="*/ 2366010 w 2366010"/>
              <a:gd name="connsiteY8" fmla="*/ 260632 h 5140295"/>
              <a:gd name="connsiteX9" fmla="*/ 2366010 w 2366010"/>
              <a:gd name="connsiteY9" fmla="*/ 4895508 h 5140295"/>
              <a:gd name="connsiteX10" fmla="*/ 2121223 w 2366010"/>
              <a:gd name="connsiteY10" fmla="*/ 5140295 h 5140295"/>
              <a:gd name="connsiteX11" fmla="*/ 244787 w 2366010"/>
              <a:gd name="connsiteY11" fmla="*/ 5140295 h 5140295"/>
              <a:gd name="connsiteX12" fmla="*/ 0 w 2366010"/>
              <a:gd name="connsiteY12" fmla="*/ 4895508 h 5140295"/>
              <a:gd name="connsiteX13" fmla="*/ 0 w 2366010"/>
              <a:gd name="connsiteY13" fmla="*/ 260632 h 5140295"/>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364453 w 2366010"/>
              <a:gd name="connsiteY4" fmla="*/ 207009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32790 w 2366010"/>
              <a:gd name="connsiteY3" fmla="*/ 189664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66010" h="5136311">
                <a:moveTo>
                  <a:pt x="0" y="256648"/>
                </a:moveTo>
                <a:cubicBezTo>
                  <a:pt x="0" y="121456"/>
                  <a:pt x="101975" y="14401"/>
                  <a:pt x="237167" y="9321"/>
                </a:cubicBezTo>
                <a:cubicBezTo>
                  <a:pt x="333052" y="-1632"/>
                  <a:pt x="444023" y="-4013"/>
                  <a:pt x="520700" y="8052"/>
                </a:cubicBezTo>
                <a:cubicBezTo>
                  <a:pt x="570707" y="42977"/>
                  <a:pt x="486568" y="204269"/>
                  <a:pt x="732790" y="189664"/>
                </a:cubicBezTo>
                <a:cubicBezTo>
                  <a:pt x="889925" y="194321"/>
                  <a:pt x="1103918" y="196755"/>
                  <a:pt x="1274918" y="194110"/>
                </a:cubicBezTo>
                <a:cubicBezTo>
                  <a:pt x="1445918" y="191466"/>
                  <a:pt x="1661739" y="204383"/>
                  <a:pt x="1758788" y="173797"/>
                </a:cubicBezTo>
                <a:cubicBezTo>
                  <a:pt x="1855837" y="143211"/>
                  <a:pt x="1797125" y="37475"/>
                  <a:pt x="1857213" y="10594"/>
                </a:cubicBezTo>
                <a:cubicBezTo>
                  <a:pt x="1896981" y="-1049"/>
                  <a:pt x="2008907" y="688"/>
                  <a:pt x="2133923" y="4245"/>
                </a:cubicBezTo>
                <a:cubicBezTo>
                  <a:pt x="2258939" y="7802"/>
                  <a:pt x="2366010" y="121456"/>
                  <a:pt x="2366010" y="256648"/>
                </a:cubicBezTo>
                <a:lnTo>
                  <a:pt x="2366010" y="4891524"/>
                </a:lnTo>
                <a:cubicBezTo>
                  <a:pt x="2366010" y="5026716"/>
                  <a:pt x="2256415" y="5136311"/>
                  <a:pt x="2121223" y="5136311"/>
                </a:cubicBezTo>
                <a:lnTo>
                  <a:pt x="244787" y="5136311"/>
                </a:lnTo>
                <a:cubicBezTo>
                  <a:pt x="109595" y="5136311"/>
                  <a:pt x="0" y="5026716"/>
                  <a:pt x="0" y="4891524"/>
                </a:cubicBezTo>
                <a:lnTo>
                  <a:pt x="0" y="256648"/>
                </a:lnTo>
                <a:close/>
              </a:path>
            </a:pathLst>
          </a:custGeom>
          <a:solidFill>
            <a:schemeClr val="tx1"/>
          </a:solidFill>
        </p:spPr>
        <p:txBody>
          <a:bodyPr lIns="252000" tIns="612000" bIns="90000" anchor="t">
            <a:normAutofit/>
          </a:bodyPr>
          <a:lstStyle>
            <a:lvl1pPr marL="0" indent="0" algn="l">
              <a:buNone/>
              <a:defRPr lang="fr-FR" sz="28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17848140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Phone X Zoom">
    <p:spTree>
      <p:nvGrpSpPr>
        <p:cNvPr id="1" name=""/>
        <p:cNvGrpSpPr/>
        <p:nvPr/>
      </p:nvGrpSpPr>
      <p:grpSpPr>
        <a:xfrm>
          <a:off x="0" y="0"/>
          <a:ext cx="0" cy="0"/>
          <a:chOff x="0" y="0"/>
          <a:chExt cx="0" cy="0"/>
        </a:xfrm>
      </p:grpSpPr>
      <p:sp>
        <p:nvSpPr>
          <p:cNvPr id="16" name="Picture Placeholder 2">
            <a:extLst>
              <a:ext uri="{FF2B5EF4-FFF2-40B4-BE49-F238E27FC236}">
                <a16:creationId xmlns:a16="http://schemas.microsoft.com/office/drawing/2014/main" id="{1908C951-434A-4DD1-AFA3-1AF87D704742}"/>
              </a:ext>
            </a:extLst>
          </p:cNvPr>
          <p:cNvSpPr>
            <a:spLocks noGrp="1"/>
          </p:cNvSpPr>
          <p:nvPr>
            <p:ph type="pic" sz="quarter" idx="11" hasCustomPrompt="1"/>
          </p:nvPr>
        </p:nvSpPr>
        <p:spPr>
          <a:xfrm>
            <a:off x="1103086" y="1534810"/>
            <a:ext cx="3795555" cy="5334729"/>
          </a:xfrm>
          <a:custGeom>
            <a:avLst/>
            <a:gdLst>
              <a:gd name="connsiteX0" fmla="*/ 0 w 2366010"/>
              <a:gd name="connsiteY0" fmla="*/ 244787 h 5124450"/>
              <a:gd name="connsiteX1" fmla="*/ 244787 w 2366010"/>
              <a:gd name="connsiteY1" fmla="*/ 0 h 5124450"/>
              <a:gd name="connsiteX2" fmla="*/ 2121223 w 2366010"/>
              <a:gd name="connsiteY2" fmla="*/ 0 h 5124450"/>
              <a:gd name="connsiteX3" fmla="*/ 2366010 w 2366010"/>
              <a:gd name="connsiteY3" fmla="*/ 244787 h 5124450"/>
              <a:gd name="connsiteX4" fmla="*/ 2366010 w 2366010"/>
              <a:gd name="connsiteY4" fmla="*/ 4879663 h 5124450"/>
              <a:gd name="connsiteX5" fmla="*/ 2121223 w 2366010"/>
              <a:gd name="connsiteY5" fmla="*/ 5124450 h 5124450"/>
              <a:gd name="connsiteX6" fmla="*/ 244787 w 2366010"/>
              <a:gd name="connsiteY6" fmla="*/ 5124450 h 5124450"/>
              <a:gd name="connsiteX7" fmla="*/ 0 w 2366010"/>
              <a:gd name="connsiteY7" fmla="*/ 4879663 h 5124450"/>
              <a:gd name="connsiteX8" fmla="*/ 0 w 2366010"/>
              <a:gd name="connsiteY8" fmla="*/ 244787 h 5124450"/>
              <a:gd name="connsiteX0" fmla="*/ 0 w 2366010"/>
              <a:gd name="connsiteY0" fmla="*/ 244793 h 5124456"/>
              <a:gd name="connsiteX1" fmla="*/ 244787 w 2366010"/>
              <a:gd name="connsiteY1" fmla="*/ 6 h 5124456"/>
              <a:gd name="connsiteX2" fmla="*/ 659130 w 2366010"/>
              <a:gd name="connsiteY2" fmla="*/ 186696 h 5124456"/>
              <a:gd name="connsiteX3" fmla="*/ 2121223 w 2366010"/>
              <a:gd name="connsiteY3" fmla="*/ 6 h 5124456"/>
              <a:gd name="connsiteX4" fmla="*/ 2366010 w 2366010"/>
              <a:gd name="connsiteY4" fmla="*/ 244793 h 5124456"/>
              <a:gd name="connsiteX5" fmla="*/ 2366010 w 2366010"/>
              <a:gd name="connsiteY5" fmla="*/ 4879669 h 5124456"/>
              <a:gd name="connsiteX6" fmla="*/ 2121223 w 2366010"/>
              <a:gd name="connsiteY6" fmla="*/ 5124456 h 5124456"/>
              <a:gd name="connsiteX7" fmla="*/ 244787 w 2366010"/>
              <a:gd name="connsiteY7" fmla="*/ 5124456 h 5124456"/>
              <a:gd name="connsiteX8" fmla="*/ 0 w 2366010"/>
              <a:gd name="connsiteY8" fmla="*/ 4879669 h 5124456"/>
              <a:gd name="connsiteX9" fmla="*/ 0 w 2366010"/>
              <a:gd name="connsiteY9" fmla="*/ 244793 h 5124456"/>
              <a:gd name="connsiteX0" fmla="*/ 0 w 2366010"/>
              <a:gd name="connsiteY0" fmla="*/ 244794 h 5124457"/>
              <a:gd name="connsiteX1" fmla="*/ 244787 w 2366010"/>
              <a:gd name="connsiteY1" fmla="*/ 7 h 5124457"/>
              <a:gd name="connsiteX2" fmla="*/ 659130 w 2366010"/>
              <a:gd name="connsiteY2" fmla="*/ 186697 h 5124457"/>
              <a:gd name="connsiteX3" fmla="*/ 2121223 w 2366010"/>
              <a:gd name="connsiteY3" fmla="*/ 7 h 5124457"/>
              <a:gd name="connsiteX4" fmla="*/ 2366010 w 2366010"/>
              <a:gd name="connsiteY4" fmla="*/ 244794 h 5124457"/>
              <a:gd name="connsiteX5" fmla="*/ 2366010 w 2366010"/>
              <a:gd name="connsiteY5" fmla="*/ 4879670 h 5124457"/>
              <a:gd name="connsiteX6" fmla="*/ 2121223 w 2366010"/>
              <a:gd name="connsiteY6" fmla="*/ 5124457 h 5124457"/>
              <a:gd name="connsiteX7" fmla="*/ 244787 w 2366010"/>
              <a:gd name="connsiteY7" fmla="*/ 5124457 h 5124457"/>
              <a:gd name="connsiteX8" fmla="*/ 0 w 2366010"/>
              <a:gd name="connsiteY8" fmla="*/ 4879670 h 5124457"/>
              <a:gd name="connsiteX9" fmla="*/ 0 w 2366010"/>
              <a:gd name="connsiteY9" fmla="*/ 244794 h 5124457"/>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7353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9704 h 5139367"/>
              <a:gd name="connsiteX1" fmla="*/ 244787 w 2366010"/>
              <a:gd name="connsiteY1" fmla="*/ 14917 h 5139367"/>
              <a:gd name="connsiteX2" fmla="*/ 499110 w 2366010"/>
              <a:gd name="connsiteY2" fmla="*/ 30158 h 5139367"/>
              <a:gd name="connsiteX3" fmla="*/ 735330 w 2366010"/>
              <a:gd name="connsiteY3" fmla="*/ 201607 h 5139367"/>
              <a:gd name="connsiteX4" fmla="*/ 2121223 w 2366010"/>
              <a:gd name="connsiteY4" fmla="*/ 14917 h 5139367"/>
              <a:gd name="connsiteX5" fmla="*/ 2366010 w 2366010"/>
              <a:gd name="connsiteY5" fmla="*/ 259704 h 5139367"/>
              <a:gd name="connsiteX6" fmla="*/ 2366010 w 2366010"/>
              <a:gd name="connsiteY6" fmla="*/ 4894580 h 5139367"/>
              <a:gd name="connsiteX7" fmla="*/ 2121223 w 2366010"/>
              <a:gd name="connsiteY7" fmla="*/ 5139367 h 5139367"/>
              <a:gd name="connsiteX8" fmla="*/ 244787 w 2366010"/>
              <a:gd name="connsiteY8" fmla="*/ 5139367 h 5139367"/>
              <a:gd name="connsiteX9" fmla="*/ 0 w 2366010"/>
              <a:gd name="connsiteY9" fmla="*/ 4894580 h 5139367"/>
              <a:gd name="connsiteX10" fmla="*/ 0 w 2366010"/>
              <a:gd name="connsiteY10" fmla="*/ 259704 h 5139367"/>
              <a:gd name="connsiteX0" fmla="*/ 0 w 2366010"/>
              <a:gd name="connsiteY0" fmla="*/ 255334 h 5134997"/>
              <a:gd name="connsiteX1" fmla="*/ 244787 w 2366010"/>
              <a:gd name="connsiteY1" fmla="*/ 10547 h 5134997"/>
              <a:gd name="connsiteX2" fmla="*/ 499110 w 2366010"/>
              <a:gd name="connsiteY2" fmla="*/ 25788 h 5134997"/>
              <a:gd name="connsiteX3" fmla="*/ 735330 w 2366010"/>
              <a:gd name="connsiteY3" fmla="*/ 19723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5334 h 5134997"/>
              <a:gd name="connsiteX1" fmla="*/ 244787 w 2366010"/>
              <a:gd name="connsiteY1" fmla="*/ 10547 h 5134997"/>
              <a:gd name="connsiteX2" fmla="*/ 499110 w 2366010"/>
              <a:gd name="connsiteY2" fmla="*/ 25788 h 5134997"/>
              <a:gd name="connsiteX3" fmla="*/ 731520 w 2366010"/>
              <a:gd name="connsiteY3" fmla="*/ 19342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1685 h 5131348"/>
              <a:gd name="connsiteX1" fmla="*/ 244787 w 2366010"/>
              <a:gd name="connsiteY1" fmla="*/ 6898 h 5131348"/>
              <a:gd name="connsiteX2" fmla="*/ 510540 w 2366010"/>
              <a:gd name="connsiteY2" fmla="*/ 10709 h 5131348"/>
              <a:gd name="connsiteX3" fmla="*/ 73914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1685 h 5131348"/>
              <a:gd name="connsiteX1" fmla="*/ 244787 w 2366010"/>
              <a:gd name="connsiteY1" fmla="*/ 6898 h 5131348"/>
              <a:gd name="connsiteX2" fmla="*/ 510540 w 2366010"/>
              <a:gd name="connsiteY2" fmla="*/ 10709 h 5131348"/>
              <a:gd name="connsiteX3" fmla="*/ 72771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5624 h 5135287"/>
              <a:gd name="connsiteX1" fmla="*/ 244787 w 2366010"/>
              <a:gd name="connsiteY1" fmla="*/ 10837 h 5135287"/>
              <a:gd name="connsiteX2" fmla="*/ 520700 w 2366010"/>
              <a:gd name="connsiteY2" fmla="*/ 7028 h 5135287"/>
              <a:gd name="connsiteX3" fmla="*/ 727710 w 2366010"/>
              <a:gd name="connsiteY3" fmla="*/ 193717 h 5135287"/>
              <a:gd name="connsiteX4" fmla="*/ 2121223 w 2366010"/>
              <a:gd name="connsiteY4" fmla="*/ 10837 h 5135287"/>
              <a:gd name="connsiteX5" fmla="*/ 2366010 w 2366010"/>
              <a:gd name="connsiteY5" fmla="*/ 255624 h 5135287"/>
              <a:gd name="connsiteX6" fmla="*/ 2366010 w 2366010"/>
              <a:gd name="connsiteY6" fmla="*/ 4890500 h 5135287"/>
              <a:gd name="connsiteX7" fmla="*/ 2121223 w 2366010"/>
              <a:gd name="connsiteY7" fmla="*/ 5135287 h 5135287"/>
              <a:gd name="connsiteX8" fmla="*/ 244787 w 2366010"/>
              <a:gd name="connsiteY8" fmla="*/ 5135287 h 5135287"/>
              <a:gd name="connsiteX9" fmla="*/ 0 w 2366010"/>
              <a:gd name="connsiteY9" fmla="*/ 4890500 h 5135287"/>
              <a:gd name="connsiteX10" fmla="*/ 0 w 2366010"/>
              <a:gd name="connsiteY10" fmla="*/ 255624 h 5135287"/>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2381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58153 w 2366010"/>
              <a:gd name="connsiteY5" fmla="*/ 1375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5773 w 2366010"/>
              <a:gd name="connsiteY5" fmla="*/ 17823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73393 w 2366010"/>
              <a:gd name="connsiteY5" fmla="*/ 21125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63996 h 5143659"/>
              <a:gd name="connsiteX1" fmla="*/ 237167 w 2366010"/>
              <a:gd name="connsiteY1" fmla="*/ 16669 h 5143659"/>
              <a:gd name="connsiteX2" fmla="*/ 520700 w 2366010"/>
              <a:gd name="connsiteY2" fmla="*/ 15400 h 5143659"/>
              <a:gd name="connsiteX3" fmla="*/ 727710 w 2366010"/>
              <a:gd name="connsiteY3" fmla="*/ 202089 h 5143659"/>
              <a:gd name="connsiteX4" fmla="*/ 1364453 w 2366010"/>
              <a:gd name="connsiteY4" fmla="*/ 203362 h 5143659"/>
              <a:gd name="connsiteX5" fmla="*/ 1760693 w 2366010"/>
              <a:gd name="connsiteY5" fmla="*/ 195742 h 5143659"/>
              <a:gd name="connsiteX6" fmla="*/ 1864833 w 2366010"/>
              <a:gd name="connsiteY6" fmla="*/ 25562 h 5143659"/>
              <a:gd name="connsiteX7" fmla="*/ 2121223 w 2366010"/>
              <a:gd name="connsiteY7" fmla="*/ 19209 h 5143659"/>
              <a:gd name="connsiteX8" fmla="*/ 2366010 w 2366010"/>
              <a:gd name="connsiteY8" fmla="*/ 263996 h 5143659"/>
              <a:gd name="connsiteX9" fmla="*/ 2366010 w 2366010"/>
              <a:gd name="connsiteY9" fmla="*/ 4898872 h 5143659"/>
              <a:gd name="connsiteX10" fmla="*/ 2121223 w 2366010"/>
              <a:gd name="connsiteY10" fmla="*/ 5143659 h 5143659"/>
              <a:gd name="connsiteX11" fmla="*/ 244787 w 2366010"/>
              <a:gd name="connsiteY11" fmla="*/ 5143659 h 5143659"/>
              <a:gd name="connsiteX12" fmla="*/ 0 w 2366010"/>
              <a:gd name="connsiteY12" fmla="*/ 4898872 h 5143659"/>
              <a:gd name="connsiteX13" fmla="*/ 0 w 2366010"/>
              <a:gd name="connsiteY13" fmla="*/ 263996 h 5143659"/>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364453 w 2366010"/>
              <a:gd name="connsiteY4" fmla="*/ 196014 h 5136311"/>
              <a:gd name="connsiteX5" fmla="*/ 1760693 w 2366010"/>
              <a:gd name="connsiteY5" fmla="*/ 188394 h 5136311"/>
              <a:gd name="connsiteX6" fmla="*/ 1864833 w 2366010"/>
              <a:gd name="connsiteY6" fmla="*/ 18214 h 5136311"/>
              <a:gd name="connsiteX7" fmla="*/ 2121223 w 2366010"/>
              <a:gd name="connsiteY7" fmla="*/ 11861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6069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60632 h 5140295"/>
              <a:gd name="connsiteX1" fmla="*/ 237167 w 2366010"/>
              <a:gd name="connsiteY1" fmla="*/ 13305 h 5140295"/>
              <a:gd name="connsiteX2" fmla="*/ 520700 w 2366010"/>
              <a:gd name="connsiteY2" fmla="*/ 12036 h 5140295"/>
              <a:gd name="connsiteX3" fmla="*/ 727710 w 2366010"/>
              <a:gd name="connsiteY3" fmla="*/ 198725 h 5140295"/>
              <a:gd name="connsiteX4" fmla="*/ 1364453 w 2366010"/>
              <a:gd name="connsiteY4" fmla="*/ 199998 h 5140295"/>
              <a:gd name="connsiteX5" fmla="*/ 1753073 w 2366010"/>
              <a:gd name="connsiteY5" fmla="*/ 192378 h 5140295"/>
              <a:gd name="connsiteX6" fmla="*/ 1857213 w 2366010"/>
              <a:gd name="connsiteY6" fmla="*/ 14578 h 5140295"/>
              <a:gd name="connsiteX7" fmla="*/ 2121223 w 2366010"/>
              <a:gd name="connsiteY7" fmla="*/ 15845 h 5140295"/>
              <a:gd name="connsiteX8" fmla="*/ 2366010 w 2366010"/>
              <a:gd name="connsiteY8" fmla="*/ 260632 h 5140295"/>
              <a:gd name="connsiteX9" fmla="*/ 2366010 w 2366010"/>
              <a:gd name="connsiteY9" fmla="*/ 4895508 h 5140295"/>
              <a:gd name="connsiteX10" fmla="*/ 2121223 w 2366010"/>
              <a:gd name="connsiteY10" fmla="*/ 5140295 h 5140295"/>
              <a:gd name="connsiteX11" fmla="*/ 244787 w 2366010"/>
              <a:gd name="connsiteY11" fmla="*/ 5140295 h 5140295"/>
              <a:gd name="connsiteX12" fmla="*/ 0 w 2366010"/>
              <a:gd name="connsiteY12" fmla="*/ 4895508 h 5140295"/>
              <a:gd name="connsiteX13" fmla="*/ 0 w 2366010"/>
              <a:gd name="connsiteY13" fmla="*/ 260632 h 5140295"/>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364453 w 2366010"/>
              <a:gd name="connsiteY4" fmla="*/ 207009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32790 w 2366010"/>
              <a:gd name="connsiteY3" fmla="*/ 189664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84244 w 2384244"/>
              <a:gd name="connsiteY9" fmla="*/ 4891524 h 5136311"/>
              <a:gd name="connsiteX10" fmla="*/ 2139457 w 2384244"/>
              <a:gd name="connsiteY10" fmla="*/ 5136311 h 5136311"/>
              <a:gd name="connsiteX11" fmla="*/ 263021 w 2384244"/>
              <a:gd name="connsiteY11" fmla="*/ 5136311 h 5136311"/>
              <a:gd name="connsiteX12" fmla="*/ 18234 w 2384244"/>
              <a:gd name="connsiteY12" fmla="*/ 4891524 h 5136311"/>
              <a:gd name="connsiteX13" fmla="*/ 0 w 2384244"/>
              <a:gd name="connsiteY13" fmla="*/ 3346754 h 5136311"/>
              <a:gd name="connsiteX14" fmla="*/ 18234 w 2384244"/>
              <a:gd name="connsiteY14" fmla="*/ 256648 h 5136311"/>
              <a:gd name="connsiteX0" fmla="*/ 18234 w 2384244"/>
              <a:gd name="connsiteY0" fmla="*/ 334285 h 5213948"/>
              <a:gd name="connsiteX1" fmla="*/ 255401 w 2384244"/>
              <a:gd name="connsiteY1" fmla="*/ 86958 h 5213948"/>
              <a:gd name="connsiteX2" fmla="*/ 538934 w 2384244"/>
              <a:gd name="connsiteY2" fmla="*/ 85689 h 5213948"/>
              <a:gd name="connsiteX3" fmla="*/ 751024 w 2384244"/>
              <a:gd name="connsiteY3" fmla="*/ 267301 h 5213948"/>
              <a:gd name="connsiteX4" fmla="*/ 1293152 w 2384244"/>
              <a:gd name="connsiteY4" fmla="*/ 271747 h 5213948"/>
              <a:gd name="connsiteX5" fmla="*/ 1777022 w 2384244"/>
              <a:gd name="connsiteY5" fmla="*/ 251434 h 5213948"/>
              <a:gd name="connsiteX6" fmla="*/ 1875447 w 2384244"/>
              <a:gd name="connsiteY6" fmla="*/ 88231 h 5213948"/>
              <a:gd name="connsiteX7" fmla="*/ 2152157 w 2384244"/>
              <a:gd name="connsiteY7" fmla="*/ 81882 h 5213948"/>
              <a:gd name="connsiteX8" fmla="*/ 2384244 w 2384244"/>
              <a:gd name="connsiteY8" fmla="*/ 334285 h 5213948"/>
              <a:gd name="connsiteX9" fmla="*/ 2379641 w 2384244"/>
              <a:gd name="connsiteY9" fmla="*/ 3424391 h 5213948"/>
              <a:gd name="connsiteX10" fmla="*/ 2384244 w 2384244"/>
              <a:gd name="connsiteY10" fmla="*/ 4969161 h 5213948"/>
              <a:gd name="connsiteX11" fmla="*/ 2139457 w 2384244"/>
              <a:gd name="connsiteY11" fmla="*/ 5213948 h 5213948"/>
              <a:gd name="connsiteX12" fmla="*/ 263021 w 2384244"/>
              <a:gd name="connsiteY12" fmla="*/ 5213948 h 5213948"/>
              <a:gd name="connsiteX13" fmla="*/ 18234 w 2384244"/>
              <a:gd name="connsiteY13" fmla="*/ 4969161 h 5213948"/>
              <a:gd name="connsiteX14" fmla="*/ 0 w 2384244"/>
              <a:gd name="connsiteY14" fmla="*/ 3424391 h 5213948"/>
              <a:gd name="connsiteX15" fmla="*/ 18234 w 2384244"/>
              <a:gd name="connsiteY15" fmla="*/ 334285 h 5213948"/>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18234 w 2384244"/>
              <a:gd name="connsiteY13" fmla="*/ 4891524 h 5136311"/>
              <a:gd name="connsiteX14" fmla="*/ 0 w 2384244"/>
              <a:gd name="connsiteY14" fmla="*/ 3346754 h 5136311"/>
              <a:gd name="connsiteX15" fmla="*/ 18234 w 2384244"/>
              <a:gd name="connsiteY15"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18234 w 2384244"/>
              <a:gd name="connsiteY13" fmla="*/ 4891524 h 5136311"/>
              <a:gd name="connsiteX14" fmla="*/ 0 w 2384244"/>
              <a:gd name="connsiteY14" fmla="*/ 3346754 h 5136311"/>
              <a:gd name="connsiteX15" fmla="*/ 18234 w 2384244"/>
              <a:gd name="connsiteY15"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18234 w 2384244"/>
              <a:gd name="connsiteY13" fmla="*/ 4891524 h 5136311"/>
              <a:gd name="connsiteX14" fmla="*/ 0 w 2384244"/>
              <a:gd name="connsiteY14" fmla="*/ 3346754 h 5136311"/>
              <a:gd name="connsiteX15" fmla="*/ 18234 w 2384244"/>
              <a:gd name="connsiteY15"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0 w 2384244"/>
              <a:gd name="connsiteY13" fmla="*/ 3346754 h 5136311"/>
              <a:gd name="connsiteX14" fmla="*/ 18234 w 2384244"/>
              <a:gd name="connsiteY14"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0 w 2384244"/>
              <a:gd name="connsiteY12" fmla="*/ 3346754 h 5136311"/>
              <a:gd name="connsiteX13" fmla="*/ 18234 w 2384244"/>
              <a:gd name="connsiteY13" fmla="*/ 256648 h 5136311"/>
              <a:gd name="connsiteX0" fmla="*/ 18234 w 2384244"/>
              <a:gd name="connsiteY0" fmla="*/ 256648 h 4891524"/>
              <a:gd name="connsiteX1" fmla="*/ 255401 w 2384244"/>
              <a:gd name="connsiteY1" fmla="*/ 9321 h 4891524"/>
              <a:gd name="connsiteX2" fmla="*/ 538934 w 2384244"/>
              <a:gd name="connsiteY2" fmla="*/ 8052 h 4891524"/>
              <a:gd name="connsiteX3" fmla="*/ 751024 w 2384244"/>
              <a:gd name="connsiteY3" fmla="*/ 189664 h 4891524"/>
              <a:gd name="connsiteX4" fmla="*/ 1293152 w 2384244"/>
              <a:gd name="connsiteY4" fmla="*/ 194110 h 4891524"/>
              <a:gd name="connsiteX5" fmla="*/ 1777022 w 2384244"/>
              <a:gd name="connsiteY5" fmla="*/ 173797 h 4891524"/>
              <a:gd name="connsiteX6" fmla="*/ 1875447 w 2384244"/>
              <a:gd name="connsiteY6" fmla="*/ 10594 h 4891524"/>
              <a:gd name="connsiteX7" fmla="*/ 2152157 w 2384244"/>
              <a:gd name="connsiteY7" fmla="*/ 4245 h 4891524"/>
              <a:gd name="connsiteX8" fmla="*/ 2384244 w 2384244"/>
              <a:gd name="connsiteY8" fmla="*/ 256648 h 4891524"/>
              <a:gd name="connsiteX9" fmla="*/ 2379641 w 2384244"/>
              <a:gd name="connsiteY9" fmla="*/ 3346754 h 4891524"/>
              <a:gd name="connsiteX10" fmla="*/ 2384244 w 2384244"/>
              <a:gd name="connsiteY10" fmla="*/ 4891524 h 4891524"/>
              <a:gd name="connsiteX11" fmla="*/ 0 w 2384244"/>
              <a:gd name="connsiteY11" fmla="*/ 3346754 h 4891524"/>
              <a:gd name="connsiteX12" fmla="*/ 18234 w 2384244"/>
              <a:gd name="connsiteY12" fmla="*/ 256648 h 4891524"/>
              <a:gd name="connsiteX0" fmla="*/ 18234 w 2384244"/>
              <a:gd name="connsiteY0" fmla="*/ 256648 h 3733017"/>
              <a:gd name="connsiteX1" fmla="*/ 255401 w 2384244"/>
              <a:gd name="connsiteY1" fmla="*/ 9321 h 3733017"/>
              <a:gd name="connsiteX2" fmla="*/ 538934 w 2384244"/>
              <a:gd name="connsiteY2" fmla="*/ 8052 h 3733017"/>
              <a:gd name="connsiteX3" fmla="*/ 751024 w 2384244"/>
              <a:gd name="connsiteY3" fmla="*/ 189664 h 3733017"/>
              <a:gd name="connsiteX4" fmla="*/ 1293152 w 2384244"/>
              <a:gd name="connsiteY4" fmla="*/ 194110 h 3733017"/>
              <a:gd name="connsiteX5" fmla="*/ 1777022 w 2384244"/>
              <a:gd name="connsiteY5" fmla="*/ 173797 h 3733017"/>
              <a:gd name="connsiteX6" fmla="*/ 1875447 w 2384244"/>
              <a:gd name="connsiteY6" fmla="*/ 10594 h 3733017"/>
              <a:gd name="connsiteX7" fmla="*/ 2152157 w 2384244"/>
              <a:gd name="connsiteY7" fmla="*/ 4245 h 3733017"/>
              <a:gd name="connsiteX8" fmla="*/ 2384244 w 2384244"/>
              <a:gd name="connsiteY8" fmla="*/ 256648 h 3733017"/>
              <a:gd name="connsiteX9" fmla="*/ 2379641 w 2384244"/>
              <a:gd name="connsiteY9" fmla="*/ 3346754 h 3733017"/>
              <a:gd name="connsiteX10" fmla="*/ 0 w 2384244"/>
              <a:gd name="connsiteY10" fmla="*/ 3346754 h 3733017"/>
              <a:gd name="connsiteX11" fmla="*/ 18234 w 2384244"/>
              <a:gd name="connsiteY11" fmla="*/ 256648 h 3733017"/>
              <a:gd name="connsiteX0" fmla="*/ 18234 w 2384244"/>
              <a:gd name="connsiteY0" fmla="*/ 256648 h 3576698"/>
              <a:gd name="connsiteX1" fmla="*/ 255401 w 2384244"/>
              <a:gd name="connsiteY1" fmla="*/ 9321 h 3576698"/>
              <a:gd name="connsiteX2" fmla="*/ 538934 w 2384244"/>
              <a:gd name="connsiteY2" fmla="*/ 8052 h 3576698"/>
              <a:gd name="connsiteX3" fmla="*/ 751024 w 2384244"/>
              <a:gd name="connsiteY3" fmla="*/ 189664 h 3576698"/>
              <a:gd name="connsiteX4" fmla="*/ 1293152 w 2384244"/>
              <a:gd name="connsiteY4" fmla="*/ 194110 h 3576698"/>
              <a:gd name="connsiteX5" fmla="*/ 1777022 w 2384244"/>
              <a:gd name="connsiteY5" fmla="*/ 173797 h 3576698"/>
              <a:gd name="connsiteX6" fmla="*/ 1875447 w 2384244"/>
              <a:gd name="connsiteY6" fmla="*/ 10594 h 3576698"/>
              <a:gd name="connsiteX7" fmla="*/ 2152157 w 2384244"/>
              <a:gd name="connsiteY7" fmla="*/ 4245 h 3576698"/>
              <a:gd name="connsiteX8" fmla="*/ 2384244 w 2384244"/>
              <a:gd name="connsiteY8" fmla="*/ 256648 h 3576698"/>
              <a:gd name="connsiteX9" fmla="*/ 2379641 w 2384244"/>
              <a:gd name="connsiteY9" fmla="*/ 3346754 h 3576698"/>
              <a:gd name="connsiteX10" fmla="*/ 0 w 2384244"/>
              <a:gd name="connsiteY10" fmla="*/ 3346754 h 3576698"/>
              <a:gd name="connsiteX11" fmla="*/ 18234 w 2384244"/>
              <a:gd name="connsiteY11" fmla="*/ 256648 h 3576698"/>
              <a:gd name="connsiteX0" fmla="*/ 18234 w 2384244"/>
              <a:gd name="connsiteY0" fmla="*/ 256648 h 3366131"/>
              <a:gd name="connsiteX1" fmla="*/ 255401 w 2384244"/>
              <a:gd name="connsiteY1" fmla="*/ 9321 h 3366131"/>
              <a:gd name="connsiteX2" fmla="*/ 538934 w 2384244"/>
              <a:gd name="connsiteY2" fmla="*/ 8052 h 3366131"/>
              <a:gd name="connsiteX3" fmla="*/ 751024 w 2384244"/>
              <a:gd name="connsiteY3" fmla="*/ 189664 h 3366131"/>
              <a:gd name="connsiteX4" fmla="*/ 1293152 w 2384244"/>
              <a:gd name="connsiteY4" fmla="*/ 194110 h 3366131"/>
              <a:gd name="connsiteX5" fmla="*/ 1777022 w 2384244"/>
              <a:gd name="connsiteY5" fmla="*/ 173797 h 3366131"/>
              <a:gd name="connsiteX6" fmla="*/ 1875447 w 2384244"/>
              <a:gd name="connsiteY6" fmla="*/ 10594 h 3366131"/>
              <a:gd name="connsiteX7" fmla="*/ 2152157 w 2384244"/>
              <a:gd name="connsiteY7" fmla="*/ 4245 h 3366131"/>
              <a:gd name="connsiteX8" fmla="*/ 2384244 w 2384244"/>
              <a:gd name="connsiteY8" fmla="*/ 256648 h 3366131"/>
              <a:gd name="connsiteX9" fmla="*/ 2379641 w 2384244"/>
              <a:gd name="connsiteY9" fmla="*/ 3346754 h 3366131"/>
              <a:gd name="connsiteX10" fmla="*/ 0 w 2384244"/>
              <a:gd name="connsiteY10" fmla="*/ 3346754 h 3366131"/>
              <a:gd name="connsiteX11" fmla="*/ 18234 w 2384244"/>
              <a:gd name="connsiteY11" fmla="*/ 256648 h 3366131"/>
              <a:gd name="connsiteX0" fmla="*/ 18234 w 2384244"/>
              <a:gd name="connsiteY0" fmla="*/ 256648 h 3366131"/>
              <a:gd name="connsiteX1" fmla="*/ 255401 w 2384244"/>
              <a:gd name="connsiteY1" fmla="*/ 9321 h 3366131"/>
              <a:gd name="connsiteX2" fmla="*/ 538934 w 2384244"/>
              <a:gd name="connsiteY2" fmla="*/ 8052 h 3366131"/>
              <a:gd name="connsiteX3" fmla="*/ 751024 w 2384244"/>
              <a:gd name="connsiteY3" fmla="*/ 189664 h 3366131"/>
              <a:gd name="connsiteX4" fmla="*/ 1293152 w 2384244"/>
              <a:gd name="connsiteY4" fmla="*/ 194110 h 3366131"/>
              <a:gd name="connsiteX5" fmla="*/ 1777022 w 2384244"/>
              <a:gd name="connsiteY5" fmla="*/ 173797 h 3366131"/>
              <a:gd name="connsiteX6" fmla="*/ 1875447 w 2384244"/>
              <a:gd name="connsiteY6" fmla="*/ 10594 h 3366131"/>
              <a:gd name="connsiteX7" fmla="*/ 2152157 w 2384244"/>
              <a:gd name="connsiteY7" fmla="*/ 4245 h 3366131"/>
              <a:gd name="connsiteX8" fmla="*/ 2384244 w 2384244"/>
              <a:gd name="connsiteY8" fmla="*/ 256648 h 3366131"/>
              <a:gd name="connsiteX9" fmla="*/ 2379641 w 2384244"/>
              <a:gd name="connsiteY9" fmla="*/ 3346754 h 3366131"/>
              <a:gd name="connsiteX10" fmla="*/ 0 w 2384244"/>
              <a:gd name="connsiteY10" fmla="*/ 3346754 h 3366131"/>
              <a:gd name="connsiteX11" fmla="*/ 18234 w 2384244"/>
              <a:gd name="connsiteY11" fmla="*/ 256648 h 3366131"/>
              <a:gd name="connsiteX0" fmla="*/ 18234 w 2384244"/>
              <a:gd name="connsiteY0" fmla="*/ 256648 h 3349443"/>
              <a:gd name="connsiteX1" fmla="*/ 255401 w 2384244"/>
              <a:gd name="connsiteY1" fmla="*/ 9321 h 3349443"/>
              <a:gd name="connsiteX2" fmla="*/ 538934 w 2384244"/>
              <a:gd name="connsiteY2" fmla="*/ 8052 h 3349443"/>
              <a:gd name="connsiteX3" fmla="*/ 751024 w 2384244"/>
              <a:gd name="connsiteY3" fmla="*/ 189664 h 3349443"/>
              <a:gd name="connsiteX4" fmla="*/ 1293152 w 2384244"/>
              <a:gd name="connsiteY4" fmla="*/ 194110 h 3349443"/>
              <a:gd name="connsiteX5" fmla="*/ 1777022 w 2384244"/>
              <a:gd name="connsiteY5" fmla="*/ 173797 h 3349443"/>
              <a:gd name="connsiteX6" fmla="*/ 1875447 w 2384244"/>
              <a:gd name="connsiteY6" fmla="*/ 10594 h 3349443"/>
              <a:gd name="connsiteX7" fmla="*/ 2152157 w 2384244"/>
              <a:gd name="connsiteY7" fmla="*/ 4245 h 3349443"/>
              <a:gd name="connsiteX8" fmla="*/ 2384244 w 2384244"/>
              <a:gd name="connsiteY8" fmla="*/ 256648 h 3349443"/>
              <a:gd name="connsiteX9" fmla="*/ 2379641 w 2384244"/>
              <a:gd name="connsiteY9" fmla="*/ 3346754 h 3349443"/>
              <a:gd name="connsiteX10" fmla="*/ 0 w 2384244"/>
              <a:gd name="connsiteY10" fmla="*/ 3346754 h 3349443"/>
              <a:gd name="connsiteX11" fmla="*/ 18234 w 2384244"/>
              <a:gd name="connsiteY11" fmla="*/ 256648 h 334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84244" h="3349443">
                <a:moveTo>
                  <a:pt x="18234" y="256648"/>
                </a:moveTo>
                <a:cubicBezTo>
                  <a:pt x="18234" y="121456"/>
                  <a:pt x="120209" y="14401"/>
                  <a:pt x="255401" y="9321"/>
                </a:cubicBezTo>
                <a:cubicBezTo>
                  <a:pt x="351286" y="-1632"/>
                  <a:pt x="462257" y="-4013"/>
                  <a:pt x="538934" y="8052"/>
                </a:cubicBezTo>
                <a:cubicBezTo>
                  <a:pt x="588941" y="42977"/>
                  <a:pt x="504802" y="204269"/>
                  <a:pt x="751024" y="189664"/>
                </a:cubicBezTo>
                <a:cubicBezTo>
                  <a:pt x="908159" y="194321"/>
                  <a:pt x="1122152" y="196755"/>
                  <a:pt x="1293152" y="194110"/>
                </a:cubicBezTo>
                <a:cubicBezTo>
                  <a:pt x="1464152" y="191466"/>
                  <a:pt x="1679973" y="204383"/>
                  <a:pt x="1777022" y="173797"/>
                </a:cubicBezTo>
                <a:cubicBezTo>
                  <a:pt x="1874071" y="143211"/>
                  <a:pt x="1815359" y="37475"/>
                  <a:pt x="1875447" y="10594"/>
                </a:cubicBezTo>
                <a:cubicBezTo>
                  <a:pt x="1915215" y="-1049"/>
                  <a:pt x="2027141" y="688"/>
                  <a:pt x="2152157" y="4245"/>
                </a:cubicBezTo>
                <a:cubicBezTo>
                  <a:pt x="2277173" y="7802"/>
                  <a:pt x="2373683" y="57529"/>
                  <a:pt x="2384244" y="256648"/>
                </a:cubicBezTo>
                <a:cubicBezTo>
                  <a:pt x="2382710" y="1286683"/>
                  <a:pt x="2381175" y="2316719"/>
                  <a:pt x="2379641" y="3346754"/>
                </a:cubicBezTo>
                <a:cubicBezTo>
                  <a:pt x="2383433" y="3351451"/>
                  <a:pt x="1520" y="3349029"/>
                  <a:pt x="0" y="3346754"/>
                </a:cubicBezTo>
                <a:lnTo>
                  <a:pt x="18234" y="256648"/>
                </a:lnTo>
                <a:close/>
              </a:path>
            </a:pathLst>
          </a:custGeom>
          <a:solidFill>
            <a:schemeClr val="tx1"/>
          </a:solidFill>
        </p:spPr>
        <p:txBody>
          <a:bodyPr lIns="252000" tIns="612000" bIns="90000" anchor="t">
            <a:normAutofit/>
          </a:bodyPr>
          <a:lstStyle>
            <a:lvl1pPr marL="0" indent="0" algn="l">
              <a:buNone/>
              <a:defRPr lang="fr-FR" sz="28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1289660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Phone 8">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BDEBE99-BA7C-4A77-B9B3-C3E2B94B23B6}"/>
              </a:ext>
            </a:extLst>
          </p:cNvPr>
          <p:cNvSpPr>
            <a:spLocks noGrp="1"/>
          </p:cNvSpPr>
          <p:nvPr>
            <p:ph type="pic" sz="quarter" idx="10" hasCustomPrompt="1"/>
          </p:nvPr>
        </p:nvSpPr>
        <p:spPr>
          <a:xfrm>
            <a:off x="2620962" y="1463041"/>
            <a:ext cx="2220277" cy="3930014"/>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6277297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Macbook">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D01FD7D-D544-4772-B580-7DC1E6243425}"/>
              </a:ext>
            </a:extLst>
          </p:cNvPr>
          <p:cNvSpPr>
            <a:spLocks noGrp="1"/>
          </p:cNvSpPr>
          <p:nvPr>
            <p:ph type="pic" sz="quarter" idx="10" hasCustomPrompt="1"/>
          </p:nvPr>
        </p:nvSpPr>
        <p:spPr>
          <a:xfrm>
            <a:off x="6688183" y="2235200"/>
            <a:ext cx="5503817" cy="4622800"/>
          </a:xfrm>
          <a:prstGeom prst="rect">
            <a:avLst/>
          </a:prstGeom>
          <a:solidFill>
            <a:schemeClr val="tx1"/>
          </a:solidFill>
        </p:spPr>
        <p:txBody>
          <a:bodyPr lIns="396000" tIns="1476000" rIns="72000" bIns="72000">
            <a:norm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36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8537641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Macbook Zoom">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D01FD7D-D544-4772-B580-7DC1E6243425}"/>
              </a:ext>
            </a:extLst>
          </p:cNvPr>
          <p:cNvSpPr>
            <a:spLocks noGrp="1"/>
          </p:cNvSpPr>
          <p:nvPr>
            <p:ph type="pic" sz="quarter" idx="10" hasCustomPrompt="1"/>
          </p:nvPr>
        </p:nvSpPr>
        <p:spPr>
          <a:xfrm>
            <a:off x="6543040" y="1745672"/>
            <a:ext cx="5661660" cy="3567545"/>
          </a:xfrm>
          <a:prstGeom prst="rect">
            <a:avLst/>
          </a:prstGeom>
          <a:solidFill>
            <a:schemeClr val="tx1"/>
          </a:solidFill>
        </p:spPr>
        <p:txBody>
          <a:bodyPr lIns="396000" tIns="1476000" rIns="72000" bIns="72000">
            <a:norm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36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6251687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ell XPS 13">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D01FD7D-D544-4772-B580-7DC1E6243425}"/>
              </a:ext>
            </a:extLst>
          </p:cNvPr>
          <p:cNvSpPr>
            <a:spLocks noGrp="1"/>
          </p:cNvSpPr>
          <p:nvPr>
            <p:ph type="pic" sz="quarter" idx="10" hasCustomPrompt="1"/>
          </p:nvPr>
        </p:nvSpPr>
        <p:spPr>
          <a:xfrm>
            <a:off x="5651501" y="1380445"/>
            <a:ext cx="6540499" cy="3681412"/>
          </a:xfrm>
          <a:prstGeom prst="rect">
            <a:avLst/>
          </a:prstGeom>
          <a:solidFill>
            <a:schemeClr val="tx1"/>
          </a:solidFill>
        </p:spPr>
        <p:txBody>
          <a:bodyPr lIns="396000" tIns="1476000" rIns="72000" bIns="72000">
            <a:norm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36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400609343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martWatch">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6F9079A-40FC-45CA-B075-1C157417CDD3}"/>
              </a:ext>
            </a:extLst>
          </p:cNvPr>
          <p:cNvSpPr>
            <a:spLocks noGrp="1"/>
          </p:cNvSpPr>
          <p:nvPr>
            <p:ph type="pic" sz="quarter" idx="10" hasCustomPrompt="1"/>
          </p:nvPr>
        </p:nvSpPr>
        <p:spPr>
          <a:xfrm>
            <a:off x="1657987" y="2600960"/>
            <a:ext cx="1327149" cy="1651804"/>
          </a:xfrm>
          <a:prstGeom prst="rect">
            <a:avLst/>
          </a:prstGeom>
          <a:solidFill>
            <a:schemeClr val="tx1"/>
          </a:solidFill>
        </p:spPr>
        <p:txBody>
          <a:bodyPr lIns="108000" tIns="108000" rIns="108000">
            <a:noAutofit/>
          </a:bodyPr>
          <a:lstStyle>
            <a:lvl1pPr marL="0" marR="0" indent="0" algn="l" defTabSz="914400" rtl="0" eaLnBrk="1" fontAlgn="auto" latinLnBrk="0" hangingPunct="1">
              <a:lnSpc>
                <a:spcPct val="100000"/>
              </a:lnSpc>
              <a:spcBef>
                <a:spcPts val="1000"/>
              </a:spcBef>
              <a:spcAft>
                <a:spcPts val="0"/>
              </a:spcAft>
              <a:buClrTx/>
              <a:buSzTx/>
              <a:buFontTx/>
              <a:buNone/>
              <a:tabLst/>
              <a:defRPr lang="fr-FR" sz="12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9115539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martWatch 2">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A3C18045-4E97-4F51-A09F-D85E0CDDEC54}"/>
              </a:ext>
            </a:extLst>
          </p:cNvPr>
          <p:cNvSpPr>
            <a:spLocks noGrp="1"/>
          </p:cNvSpPr>
          <p:nvPr>
            <p:ph type="pic" sz="quarter" idx="10" hasCustomPrompt="1"/>
          </p:nvPr>
        </p:nvSpPr>
        <p:spPr>
          <a:xfrm>
            <a:off x="7506874" y="2217581"/>
            <a:ext cx="1938270" cy="2422838"/>
          </a:xfrm>
          <a:prstGeom prst="rect">
            <a:avLst/>
          </a:prstGeom>
          <a:solidFill>
            <a:schemeClr val="tx1"/>
          </a:solidFill>
        </p:spPr>
        <p:txBody>
          <a:bodyPr lIns="180000" tIns="1044000" rIns="72000" bIns="72000">
            <a:no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24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40040573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Motorola Moto 360">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060C29C-669A-4435-98F7-08E7CA3CB23F}"/>
              </a:ext>
            </a:extLst>
          </p:cNvPr>
          <p:cNvSpPr>
            <a:spLocks noGrp="1"/>
          </p:cNvSpPr>
          <p:nvPr>
            <p:ph type="pic" sz="quarter" idx="10" hasCustomPrompt="1"/>
          </p:nvPr>
        </p:nvSpPr>
        <p:spPr>
          <a:xfrm>
            <a:off x="7097712" y="2143919"/>
            <a:ext cx="2568575" cy="2568575"/>
          </a:xfrm>
          <a:prstGeom prst="ellipse">
            <a:avLst/>
          </a:prstGeom>
          <a:solidFill>
            <a:schemeClr val="tx1"/>
          </a:solidFill>
        </p:spPr>
        <p:txBody>
          <a:bodyPr>
            <a:normAutofit/>
          </a:bodyPr>
          <a:lstStyle>
            <a:lvl1pPr marL="0" indent="0" algn="ctr">
              <a:spcBef>
                <a:spcPts val="0"/>
              </a:spcBef>
              <a:buNone/>
              <a:defRPr lang="fr-FR" sz="2000" b="0" i="0" kern="1200" dirty="0">
                <a:solidFill>
                  <a:schemeClr val="accent1"/>
                </a:solidFill>
                <a:latin typeface="Helvetica Neue Moyen" charset="0"/>
                <a:ea typeface="+mn-ea"/>
                <a:cs typeface="Helvetica Neue Moyen" charset="0"/>
              </a:defRPr>
            </a:lvl1pPr>
          </a:lstStyle>
          <a:p>
            <a:r>
              <a:rPr lang="fr-FR" dirty="0"/>
              <a:t>Click to add a </a:t>
            </a:r>
            <a:r>
              <a:rPr lang="fr-FR" dirty="0" err="1"/>
              <a:t>picture</a:t>
            </a:r>
            <a:endParaRPr lang="fr-FR" dirty="0"/>
          </a:p>
        </p:txBody>
      </p:sp>
    </p:spTree>
    <p:extLst>
      <p:ext uri="{BB962C8B-B14F-4D97-AF65-F5344CB8AC3E}">
        <p14:creationId xmlns:p14="http://schemas.microsoft.com/office/powerpoint/2010/main" val="29416665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amsung Galaxy S8">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11B93FC0-473A-4AAF-9633-2ACB63BDC73F}"/>
              </a:ext>
            </a:extLst>
          </p:cNvPr>
          <p:cNvSpPr>
            <a:spLocks noGrp="1"/>
          </p:cNvSpPr>
          <p:nvPr>
            <p:ph type="pic" sz="quarter" idx="10" hasCustomPrompt="1"/>
          </p:nvPr>
        </p:nvSpPr>
        <p:spPr>
          <a:xfrm>
            <a:off x="2560320" y="1024891"/>
            <a:ext cx="2335530" cy="4802886"/>
          </a:xfrm>
          <a:prstGeom prst="roundRect">
            <a:avLst>
              <a:gd name="adj" fmla="val 9054"/>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190161897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amsung Galaxy S8 Zoom">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11B93FC0-473A-4AAF-9633-2ACB63BDC73F}"/>
              </a:ext>
            </a:extLst>
          </p:cNvPr>
          <p:cNvSpPr>
            <a:spLocks noGrp="1"/>
          </p:cNvSpPr>
          <p:nvPr>
            <p:ph type="pic" sz="quarter" idx="10" hasCustomPrompt="1"/>
          </p:nvPr>
        </p:nvSpPr>
        <p:spPr>
          <a:xfrm>
            <a:off x="1168400" y="1558290"/>
            <a:ext cx="3867150" cy="5325110"/>
          </a:xfrm>
          <a:custGeom>
            <a:avLst/>
            <a:gdLst>
              <a:gd name="connsiteX0" fmla="*/ 0 w 3854450"/>
              <a:gd name="connsiteY0" fmla="*/ 348982 h 7926459"/>
              <a:gd name="connsiteX1" fmla="*/ 348982 w 3854450"/>
              <a:gd name="connsiteY1" fmla="*/ 0 h 7926459"/>
              <a:gd name="connsiteX2" fmla="*/ 3505468 w 3854450"/>
              <a:gd name="connsiteY2" fmla="*/ 0 h 7926459"/>
              <a:gd name="connsiteX3" fmla="*/ 3854450 w 3854450"/>
              <a:gd name="connsiteY3" fmla="*/ 348982 h 7926459"/>
              <a:gd name="connsiteX4" fmla="*/ 3854450 w 3854450"/>
              <a:gd name="connsiteY4" fmla="*/ 7577477 h 7926459"/>
              <a:gd name="connsiteX5" fmla="*/ 3505468 w 3854450"/>
              <a:gd name="connsiteY5" fmla="*/ 7926459 h 7926459"/>
              <a:gd name="connsiteX6" fmla="*/ 348982 w 3854450"/>
              <a:gd name="connsiteY6" fmla="*/ 7926459 h 7926459"/>
              <a:gd name="connsiteX7" fmla="*/ 0 w 3854450"/>
              <a:gd name="connsiteY7" fmla="*/ 7577477 h 7926459"/>
              <a:gd name="connsiteX8" fmla="*/ 0 w 3854450"/>
              <a:gd name="connsiteY8" fmla="*/ 348982 h 7926459"/>
              <a:gd name="connsiteX0" fmla="*/ 12700 w 3867150"/>
              <a:gd name="connsiteY0" fmla="*/ 348982 h 7926459"/>
              <a:gd name="connsiteX1" fmla="*/ 361682 w 3867150"/>
              <a:gd name="connsiteY1" fmla="*/ 0 h 7926459"/>
              <a:gd name="connsiteX2" fmla="*/ 3518168 w 3867150"/>
              <a:gd name="connsiteY2" fmla="*/ 0 h 7926459"/>
              <a:gd name="connsiteX3" fmla="*/ 3867150 w 3867150"/>
              <a:gd name="connsiteY3" fmla="*/ 348982 h 7926459"/>
              <a:gd name="connsiteX4" fmla="*/ 3867150 w 3867150"/>
              <a:gd name="connsiteY4" fmla="*/ 7577477 h 7926459"/>
              <a:gd name="connsiteX5" fmla="*/ 3518168 w 3867150"/>
              <a:gd name="connsiteY5" fmla="*/ 7926459 h 7926459"/>
              <a:gd name="connsiteX6" fmla="*/ 361682 w 3867150"/>
              <a:gd name="connsiteY6" fmla="*/ 7926459 h 7926459"/>
              <a:gd name="connsiteX7" fmla="*/ 12700 w 3867150"/>
              <a:gd name="connsiteY7" fmla="*/ 7577477 h 7926459"/>
              <a:gd name="connsiteX8" fmla="*/ 0 w 3867150"/>
              <a:gd name="connsiteY8" fmla="*/ 5299710 h 7926459"/>
              <a:gd name="connsiteX9" fmla="*/ 12700 w 3867150"/>
              <a:gd name="connsiteY9" fmla="*/ 348982 h 7926459"/>
              <a:gd name="connsiteX0" fmla="*/ 12700 w 3867150"/>
              <a:gd name="connsiteY0" fmla="*/ 348982 h 7926459"/>
              <a:gd name="connsiteX1" fmla="*/ 361682 w 3867150"/>
              <a:gd name="connsiteY1" fmla="*/ 0 h 7926459"/>
              <a:gd name="connsiteX2" fmla="*/ 3518168 w 3867150"/>
              <a:gd name="connsiteY2" fmla="*/ 0 h 7926459"/>
              <a:gd name="connsiteX3" fmla="*/ 3867150 w 3867150"/>
              <a:gd name="connsiteY3" fmla="*/ 348982 h 7926459"/>
              <a:gd name="connsiteX4" fmla="*/ 3860800 w 3867150"/>
              <a:gd name="connsiteY4" fmla="*/ 5325110 h 7926459"/>
              <a:gd name="connsiteX5" fmla="*/ 3867150 w 3867150"/>
              <a:gd name="connsiteY5" fmla="*/ 7577477 h 7926459"/>
              <a:gd name="connsiteX6" fmla="*/ 3518168 w 3867150"/>
              <a:gd name="connsiteY6" fmla="*/ 7926459 h 7926459"/>
              <a:gd name="connsiteX7" fmla="*/ 361682 w 3867150"/>
              <a:gd name="connsiteY7" fmla="*/ 7926459 h 7926459"/>
              <a:gd name="connsiteX8" fmla="*/ 12700 w 3867150"/>
              <a:gd name="connsiteY8" fmla="*/ 7577477 h 7926459"/>
              <a:gd name="connsiteX9" fmla="*/ 0 w 3867150"/>
              <a:gd name="connsiteY9" fmla="*/ 5299710 h 7926459"/>
              <a:gd name="connsiteX10" fmla="*/ 12700 w 3867150"/>
              <a:gd name="connsiteY10" fmla="*/ 348982 h 7926459"/>
              <a:gd name="connsiteX0" fmla="*/ 12700 w 3886723"/>
              <a:gd name="connsiteY0" fmla="*/ 348982 h 7926459"/>
              <a:gd name="connsiteX1" fmla="*/ 361682 w 3886723"/>
              <a:gd name="connsiteY1" fmla="*/ 0 h 7926459"/>
              <a:gd name="connsiteX2" fmla="*/ 3518168 w 3886723"/>
              <a:gd name="connsiteY2" fmla="*/ 0 h 7926459"/>
              <a:gd name="connsiteX3" fmla="*/ 3867150 w 3886723"/>
              <a:gd name="connsiteY3" fmla="*/ 348982 h 7926459"/>
              <a:gd name="connsiteX4" fmla="*/ 3860800 w 3886723"/>
              <a:gd name="connsiteY4" fmla="*/ 5325110 h 7926459"/>
              <a:gd name="connsiteX5" fmla="*/ 3518168 w 3886723"/>
              <a:gd name="connsiteY5" fmla="*/ 7926459 h 7926459"/>
              <a:gd name="connsiteX6" fmla="*/ 361682 w 3886723"/>
              <a:gd name="connsiteY6" fmla="*/ 7926459 h 7926459"/>
              <a:gd name="connsiteX7" fmla="*/ 12700 w 3886723"/>
              <a:gd name="connsiteY7" fmla="*/ 7577477 h 7926459"/>
              <a:gd name="connsiteX8" fmla="*/ 0 w 3886723"/>
              <a:gd name="connsiteY8" fmla="*/ 5299710 h 7926459"/>
              <a:gd name="connsiteX9" fmla="*/ 12700 w 3886723"/>
              <a:gd name="connsiteY9" fmla="*/ 348982 h 7926459"/>
              <a:gd name="connsiteX0" fmla="*/ 12700 w 3867150"/>
              <a:gd name="connsiteY0" fmla="*/ 348982 h 7926459"/>
              <a:gd name="connsiteX1" fmla="*/ 361682 w 3867150"/>
              <a:gd name="connsiteY1" fmla="*/ 0 h 7926459"/>
              <a:gd name="connsiteX2" fmla="*/ 3518168 w 3867150"/>
              <a:gd name="connsiteY2" fmla="*/ 0 h 7926459"/>
              <a:gd name="connsiteX3" fmla="*/ 3867150 w 3867150"/>
              <a:gd name="connsiteY3" fmla="*/ 348982 h 7926459"/>
              <a:gd name="connsiteX4" fmla="*/ 3860800 w 3867150"/>
              <a:gd name="connsiteY4" fmla="*/ 5325110 h 7926459"/>
              <a:gd name="connsiteX5" fmla="*/ 361682 w 3867150"/>
              <a:gd name="connsiteY5" fmla="*/ 7926459 h 7926459"/>
              <a:gd name="connsiteX6" fmla="*/ 12700 w 3867150"/>
              <a:gd name="connsiteY6" fmla="*/ 7577477 h 7926459"/>
              <a:gd name="connsiteX7" fmla="*/ 0 w 3867150"/>
              <a:gd name="connsiteY7" fmla="*/ 5299710 h 7926459"/>
              <a:gd name="connsiteX8" fmla="*/ 12700 w 3867150"/>
              <a:gd name="connsiteY8" fmla="*/ 348982 h 7926459"/>
              <a:gd name="connsiteX0" fmla="*/ 12700 w 3867150"/>
              <a:gd name="connsiteY0" fmla="*/ 348982 h 7577489"/>
              <a:gd name="connsiteX1" fmla="*/ 361682 w 3867150"/>
              <a:gd name="connsiteY1" fmla="*/ 0 h 7577489"/>
              <a:gd name="connsiteX2" fmla="*/ 3518168 w 3867150"/>
              <a:gd name="connsiteY2" fmla="*/ 0 h 7577489"/>
              <a:gd name="connsiteX3" fmla="*/ 3867150 w 3867150"/>
              <a:gd name="connsiteY3" fmla="*/ 348982 h 7577489"/>
              <a:gd name="connsiteX4" fmla="*/ 3860800 w 3867150"/>
              <a:gd name="connsiteY4" fmla="*/ 5325110 h 7577489"/>
              <a:gd name="connsiteX5" fmla="*/ 12700 w 3867150"/>
              <a:gd name="connsiteY5" fmla="*/ 7577477 h 7577489"/>
              <a:gd name="connsiteX6" fmla="*/ 0 w 3867150"/>
              <a:gd name="connsiteY6" fmla="*/ 5299710 h 7577489"/>
              <a:gd name="connsiteX7" fmla="*/ 12700 w 3867150"/>
              <a:gd name="connsiteY7" fmla="*/ 348982 h 7577489"/>
              <a:gd name="connsiteX0" fmla="*/ 12700 w 3867150"/>
              <a:gd name="connsiteY0" fmla="*/ 348982 h 5932961"/>
              <a:gd name="connsiteX1" fmla="*/ 361682 w 3867150"/>
              <a:gd name="connsiteY1" fmla="*/ 0 h 5932961"/>
              <a:gd name="connsiteX2" fmla="*/ 3518168 w 3867150"/>
              <a:gd name="connsiteY2" fmla="*/ 0 h 5932961"/>
              <a:gd name="connsiteX3" fmla="*/ 3867150 w 3867150"/>
              <a:gd name="connsiteY3" fmla="*/ 348982 h 5932961"/>
              <a:gd name="connsiteX4" fmla="*/ 3860800 w 3867150"/>
              <a:gd name="connsiteY4" fmla="*/ 5325110 h 5932961"/>
              <a:gd name="connsiteX5" fmla="*/ 0 w 3867150"/>
              <a:gd name="connsiteY5" fmla="*/ 5299710 h 5932961"/>
              <a:gd name="connsiteX6" fmla="*/ 12700 w 3867150"/>
              <a:gd name="connsiteY6" fmla="*/ 348982 h 5932961"/>
              <a:gd name="connsiteX0" fmla="*/ 12700 w 3867150"/>
              <a:gd name="connsiteY0" fmla="*/ 348982 h 5697434"/>
              <a:gd name="connsiteX1" fmla="*/ 361682 w 3867150"/>
              <a:gd name="connsiteY1" fmla="*/ 0 h 5697434"/>
              <a:gd name="connsiteX2" fmla="*/ 3518168 w 3867150"/>
              <a:gd name="connsiteY2" fmla="*/ 0 h 5697434"/>
              <a:gd name="connsiteX3" fmla="*/ 3867150 w 3867150"/>
              <a:gd name="connsiteY3" fmla="*/ 348982 h 5697434"/>
              <a:gd name="connsiteX4" fmla="*/ 3860800 w 3867150"/>
              <a:gd name="connsiteY4" fmla="*/ 5325110 h 5697434"/>
              <a:gd name="connsiteX5" fmla="*/ 0 w 3867150"/>
              <a:gd name="connsiteY5" fmla="*/ 5299710 h 5697434"/>
              <a:gd name="connsiteX6" fmla="*/ 12700 w 3867150"/>
              <a:gd name="connsiteY6" fmla="*/ 348982 h 5697434"/>
              <a:gd name="connsiteX0" fmla="*/ 12700 w 3867150"/>
              <a:gd name="connsiteY0" fmla="*/ 348982 h 5348214"/>
              <a:gd name="connsiteX1" fmla="*/ 361682 w 3867150"/>
              <a:gd name="connsiteY1" fmla="*/ 0 h 5348214"/>
              <a:gd name="connsiteX2" fmla="*/ 3518168 w 3867150"/>
              <a:gd name="connsiteY2" fmla="*/ 0 h 5348214"/>
              <a:gd name="connsiteX3" fmla="*/ 3867150 w 3867150"/>
              <a:gd name="connsiteY3" fmla="*/ 348982 h 5348214"/>
              <a:gd name="connsiteX4" fmla="*/ 3860800 w 3867150"/>
              <a:gd name="connsiteY4" fmla="*/ 5325110 h 5348214"/>
              <a:gd name="connsiteX5" fmla="*/ 0 w 3867150"/>
              <a:gd name="connsiteY5" fmla="*/ 5299710 h 5348214"/>
              <a:gd name="connsiteX6" fmla="*/ 12700 w 3867150"/>
              <a:gd name="connsiteY6" fmla="*/ 348982 h 5348214"/>
              <a:gd name="connsiteX0" fmla="*/ 12700 w 3867150"/>
              <a:gd name="connsiteY0" fmla="*/ 348982 h 5353474"/>
              <a:gd name="connsiteX1" fmla="*/ 361682 w 3867150"/>
              <a:gd name="connsiteY1" fmla="*/ 0 h 5353474"/>
              <a:gd name="connsiteX2" fmla="*/ 3518168 w 3867150"/>
              <a:gd name="connsiteY2" fmla="*/ 0 h 5353474"/>
              <a:gd name="connsiteX3" fmla="*/ 3867150 w 3867150"/>
              <a:gd name="connsiteY3" fmla="*/ 348982 h 5353474"/>
              <a:gd name="connsiteX4" fmla="*/ 3860800 w 3867150"/>
              <a:gd name="connsiteY4" fmla="*/ 5325110 h 5353474"/>
              <a:gd name="connsiteX5" fmla="*/ 0 w 3867150"/>
              <a:gd name="connsiteY5" fmla="*/ 5312410 h 5353474"/>
              <a:gd name="connsiteX6" fmla="*/ 12700 w 3867150"/>
              <a:gd name="connsiteY6" fmla="*/ 348982 h 5353474"/>
              <a:gd name="connsiteX0" fmla="*/ 12700 w 3867150"/>
              <a:gd name="connsiteY0" fmla="*/ 348982 h 5340388"/>
              <a:gd name="connsiteX1" fmla="*/ 361682 w 3867150"/>
              <a:gd name="connsiteY1" fmla="*/ 0 h 5340388"/>
              <a:gd name="connsiteX2" fmla="*/ 3518168 w 3867150"/>
              <a:gd name="connsiteY2" fmla="*/ 0 h 5340388"/>
              <a:gd name="connsiteX3" fmla="*/ 3867150 w 3867150"/>
              <a:gd name="connsiteY3" fmla="*/ 348982 h 5340388"/>
              <a:gd name="connsiteX4" fmla="*/ 3860800 w 3867150"/>
              <a:gd name="connsiteY4" fmla="*/ 5325110 h 5340388"/>
              <a:gd name="connsiteX5" fmla="*/ 0 w 3867150"/>
              <a:gd name="connsiteY5" fmla="*/ 5312410 h 5340388"/>
              <a:gd name="connsiteX6" fmla="*/ 12700 w 3867150"/>
              <a:gd name="connsiteY6" fmla="*/ 348982 h 5340388"/>
              <a:gd name="connsiteX0" fmla="*/ 12700 w 3867150"/>
              <a:gd name="connsiteY0" fmla="*/ 348982 h 5325110"/>
              <a:gd name="connsiteX1" fmla="*/ 361682 w 3867150"/>
              <a:gd name="connsiteY1" fmla="*/ 0 h 5325110"/>
              <a:gd name="connsiteX2" fmla="*/ 3518168 w 3867150"/>
              <a:gd name="connsiteY2" fmla="*/ 0 h 5325110"/>
              <a:gd name="connsiteX3" fmla="*/ 3867150 w 3867150"/>
              <a:gd name="connsiteY3" fmla="*/ 348982 h 5325110"/>
              <a:gd name="connsiteX4" fmla="*/ 3860800 w 3867150"/>
              <a:gd name="connsiteY4" fmla="*/ 5325110 h 5325110"/>
              <a:gd name="connsiteX5" fmla="*/ 0 w 3867150"/>
              <a:gd name="connsiteY5" fmla="*/ 5312410 h 5325110"/>
              <a:gd name="connsiteX6" fmla="*/ 12700 w 3867150"/>
              <a:gd name="connsiteY6" fmla="*/ 348982 h 5325110"/>
              <a:gd name="connsiteX0" fmla="*/ 12700 w 3867150"/>
              <a:gd name="connsiteY0" fmla="*/ 348982 h 5325110"/>
              <a:gd name="connsiteX1" fmla="*/ 361682 w 3867150"/>
              <a:gd name="connsiteY1" fmla="*/ 0 h 5325110"/>
              <a:gd name="connsiteX2" fmla="*/ 3518168 w 3867150"/>
              <a:gd name="connsiteY2" fmla="*/ 0 h 5325110"/>
              <a:gd name="connsiteX3" fmla="*/ 3867150 w 3867150"/>
              <a:gd name="connsiteY3" fmla="*/ 348982 h 5325110"/>
              <a:gd name="connsiteX4" fmla="*/ 3860800 w 3867150"/>
              <a:gd name="connsiteY4" fmla="*/ 5325110 h 5325110"/>
              <a:gd name="connsiteX5" fmla="*/ 0 w 3867150"/>
              <a:gd name="connsiteY5" fmla="*/ 5325110 h 5325110"/>
              <a:gd name="connsiteX6" fmla="*/ 12700 w 3867150"/>
              <a:gd name="connsiteY6" fmla="*/ 348982 h 5325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7150" h="5325110">
                <a:moveTo>
                  <a:pt x="12700" y="348982"/>
                </a:moveTo>
                <a:cubicBezTo>
                  <a:pt x="12700" y="156245"/>
                  <a:pt x="168945" y="0"/>
                  <a:pt x="361682" y="0"/>
                </a:cubicBezTo>
                <a:lnTo>
                  <a:pt x="3518168" y="0"/>
                </a:lnTo>
                <a:cubicBezTo>
                  <a:pt x="3710905" y="0"/>
                  <a:pt x="3867150" y="156245"/>
                  <a:pt x="3867150" y="348982"/>
                </a:cubicBezTo>
                <a:cubicBezTo>
                  <a:pt x="3865033" y="2007691"/>
                  <a:pt x="3862917" y="3666401"/>
                  <a:pt x="3860800" y="5325110"/>
                </a:cubicBezTo>
                <a:cubicBezTo>
                  <a:pt x="3851275" y="5324731"/>
                  <a:pt x="6350" y="5303565"/>
                  <a:pt x="0" y="5325110"/>
                </a:cubicBezTo>
                <a:cubicBezTo>
                  <a:pt x="4233" y="3674867"/>
                  <a:pt x="8467" y="1999225"/>
                  <a:pt x="12700" y="348982"/>
                </a:cubicBezTo>
                <a:close/>
              </a:path>
            </a:pathLst>
          </a:cu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2409701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Pad Pro">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CA23F7C5-F348-47D4-9C59-49AD0BB71814}"/>
              </a:ext>
            </a:extLst>
          </p:cNvPr>
          <p:cNvSpPr>
            <a:spLocks noGrp="1"/>
          </p:cNvSpPr>
          <p:nvPr>
            <p:ph type="pic" sz="quarter" idx="10" hasCustomPrompt="1"/>
          </p:nvPr>
        </p:nvSpPr>
        <p:spPr>
          <a:xfrm>
            <a:off x="2090681" y="1257485"/>
            <a:ext cx="3270364" cy="4346840"/>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7494284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Mac">
    <p:spTree>
      <p:nvGrpSpPr>
        <p:cNvPr id="1" name=""/>
        <p:cNvGrpSpPr/>
        <p:nvPr/>
      </p:nvGrpSpPr>
      <p:grpSpPr>
        <a:xfrm>
          <a:off x="0" y="0"/>
          <a:ext cx="0" cy="0"/>
          <a:chOff x="0" y="0"/>
          <a:chExt cx="0" cy="0"/>
        </a:xfrm>
      </p:grpSpPr>
      <p:sp>
        <p:nvSpPr>
          <p:cNvPr id="12" name="Picture Placeholder 4">
            <a:extLst>
              <a:ext uri="{FF2B5EF4-FFF2-40B4-BE49-F238E27FC236}">
                <a16:creationId xmlns:a16="http://schemas.microsoft.com/office/drawing/2014/main" id="{FD0C9DF6-807F-40E6-84C6-BA52193E138C}"/>
              </a:ext>
            </a:extLst>
          </p:cNvPr>
          <p:cNvSpPr>
            <a:spLocks noGrp="1"/>
          </p:cNvSpPr>
          <p:nvPr>
            <p:ph type="pic" sz="quarter" idx="10" hasCustomPrompt="1"/>
          </p:nvPr>
        </p:nvSpPr>
        <p:spPr>
          <a:xfrm>
            <a:off x="1205230" y="1558545"/>
            <a:ext cx="4685030" cy="2633471"/>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02976320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V Sony">
    <p:spTree>
      <p:nvGrpSpPr>
        <p:cNvPr id="1" name=""/>
        <p:cNvGrpSpPr/>
        <p:nvPr/>
      </p:nvGrpSpPr>
      <p:grpSpPr>
        <a:xfrm>
          <a:off x="0" y="0"/>
          <a:ext cx="0" cy="0"/>
          <a:chOff x="0" y="0"/>
          <a:chExt cx="0" cy="0"/>
        </a:xfrm>
      </p:grpSpPr>
      <p:sp>
        <p:nvSpPr>
          <p:cNvPr id="12" name="Picture Placeholder 4">
            <a:extLst>
              <a:ext uri="{FF2B5EF4-FFF2-40B4-BE49-F238E27FC236}">
                <a16:creationId xmlns:a16="http://schemas.microsoft.com/office/drawing/2014/main" id="{FD0C9DF6-807F-40E6-84C6-BA52193E138C}"/>
              </a:ext>
            </a:extLst>
          </p:cNvPr>
          <p:cNvSpPr>
            <a:spLocks noGrp="1"/>
          </p:cNvSpPr>
          <p:nvPr>
            <p:ph type="pic" sz="quarter" idx="10" hasCustomPrompt="1"/>
          </p:nvPr>
        </p:nvSpPr>
        <p:spPr>
          <a:xfrm>
            <a:off x="-352425" y="1114424"/>
            <a:ext cx="7591425" cy="4279107"/>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9150235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mposition Mockups">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77071DD5-C8B5-4225-B8DE-07EA5BA539F6}"/>
              </a:ext>
            </a:extLst>
          </p:cNvPr>
          <p:cNvSpPr>
            <a:spLocks noGrp="1"/>
          </p:cNvSpPr>
          <p:nvPr>
            <p:ph type="pic" sz="quarter" idx="10" hasCustomPrompt="1"/>
          </p:nvPr>
        </p:nvSpPr>
        <p:spPr>
          <a:xfrm>
            <a:off x="7227570" y="1966364"/>
            <a:ext cx="5148656" cy="3851506"/>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
        <p:nvSpPr>
          <p:cNvPr id="12" name="Picture Placeholder 2">
            <a:extLst>
              <a:ext uri="{FF2B5EF4-FFF2-40B4-BE49-F238E27FC236}">
                <a16:creationId xmlns:a16="http://schemas.microsoft.com/office/drawing/2014/main" id="{2FFAE08D-92CA-4E3A-9155-D1B40C69A854}"/>
              </a:ext>
            </a:extLst>
          </p:cNvPr>
          <p:cNvSpPr>
            <a:spLocks noGrp="1"/>
          </p:cNvSpPr>
          <p:nvPr>
            <p:ph type="pic" sz="quarter" idx="11" hasCustomPrompt="1"/>
          </p:nvPr>
        </p:nvSpPr>
        <p:spPr>
          <a:xfrm>
            <a:off x="1621155" y="4225803"/>
            <a:ext cx="853013" cy="1058154"/>
          </a:xfrm>
          <a:prstGeom prst="rect">
            <a:avLst/>
          </a:prstGeom>
          <a:solidFill>
            <a:schemeClr val="tx1"/>
          </a:solidFill>
        </p:spPr>
        <p:txBody>
          <a:bodyPr lIns="72000" tIns="324000" rIns="72000" bIns="72000">
            <a:noAutofit/>
          </a:bodyPr>
          <a:lstStyle>
            <a:lvl1pPr marL="0" marR="0" indent="0" algn="l" defTabSz="914400" rtl="0" eaLnBrk="1" fontAlgn="auto" latinLnBrk="0" hangingPunct="1">
              <a:lnSpc>
                <a:spcPct val="70000"/>
              </a:lnSpc>
              <a:spcBef>
                <a:spcPts val="1000"/>
              </a:spcBef>
              <a:spcAft>
                <a:spcPts val="0"/>
              </a:spcAft>
              <a:buClrTx/>
              <a:buSzTx/>
              <a:buFontTx/>
              <a:buNone/>
              <a:tabLst/>
              <a:defRPr lang="fr-FR" sz="10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
        <p:nvSpPr>
          <p:cNvPr id="14" name="Picture Placeholder 2">
            <a:extLst>
              <a:ext uri="{FF2B5EF4-FFF2-40B4-BE49-F238E27FC236}">
                <a16:creationId xmlns:a16="http://schemas.microsoft.com/office/drawing/2014/main" id="{150A7111-6589-40CE-A556-684125F67275}"/>
              </a:ext>
            </a:extLst>
          </p:cNvPr>
          <p:cNvSpPr>
            <a:spLocks noGrp="1"/>
          </p:cNvSpPr>
          <p:nvPr>
            <p:ph type="pic" sz="quarter" idx="12" hasCustomPrompt="1"/>
          </p:nvPr>
        </p:nvSpPr>
        <p:spPr>
          <a:xfrm>
            <a:off x="3818269" y="2254257"/>
            <a:ext cx="1683544" cy="3658476"/>
          </a:xfrm>
          <a:custGeom>
            <a:avLst/>
            <a:gdLst>
              <a:gd name="connsiteX0" fmla="*/ 0 w 2366010"/>
              <a:gd name="connsiteY0" fmla="*/ 244787 h 5124450"/>
              <a:gd name="connsiteX1" fmla="*/ 244787 w 2366010"/>
              <a:gd name="connsiteY1" fmla="*/ 0 h 5124450"/>
              <a:gd name="connsiteX2" fmla="*/ 2121223 w 2366010"/>
              <a:gd name="connsiteY2" fmla="*/ 0 h 5124450"/>
              <a:gd name="connsiteX3" fmla="*/ 2366010 w 2366010"/>
              <a:gd name="connsiteY3" fmla="*/ 244787 h 5124450"/>
              <a:gd name="connsiteX4" fmla="*/ 2366010 w 2366010"/>
              <a:gd name="connsiteY4" fmla="*/ 4879663 h 5124450"/>
              <a:gd name="connsiteX5" fmla="*/ 2121223 w 2366010"/>
              <a:gd name="connsiteY5" fmla="*/ 5124450 h 5124450"/>
              <a:gd name="connsiteX6" fmla="*/ 244787 w 2366010"/>
              <a:gd name="connsiteY6" fmla="*/ 5124450 h 5124450"/>
              <a:gd name="connsiteX7" fmla="*/ 0 w 2366010"/>
              <a:gd name="connsiteY7" fmla="*/ 4879663 h 5124450"/>
              <a:gd name="connsiteX8" fmla="*/ 0 w 2366010"/>
              <a:gd name="connsiteY8" fmla="*/ 244787 h 5124450"/>
              <a:gd name="connsiteX0" fmla="*/ 0 w 2366010"/>
              <a:gd name="connsiteY0" fmla="*/ 244793 h 5124456"/>
              <a:gd name="connsiteX1" fmla="*/ 244787 w 2366010"/>
              <a:gd name="connsiteY1" fmla="*/ 6 h 5124456"/>
              <a:gd name="connsiteX2" fmla="*/ 659130 w 2366010"/>
              <a:gd name="connsiteY2" fmla="*/ 186696 h 5124456"/>
              <a:gd name="connsiteX3" fmla="*/ 2121223 w 2366010"/>
              <a:gd name="connsiteY3" fmla="*/ 6 h 5124456"/>
              <a:gd name="connsiteX4" fmla="*/ 2366010 w 2366010"/>
              <a:gd name="connsiteY4" fmla="*/ 244793 h 5124456"/>
              <a:gd name="connsiteX5" fmla="*/ 2366010 w 2366010"/>
              <a:gd name="connsiteY5" fmla="*/ 4879669 h 5124456"/>
              <a:gd name="connsiteX6" fmla="*/ 2121223 w 2366010"/>
              <a:gd name="connsiteY6" fmla="*/ 5124456 h 5124456"/>
              <a:gd name="connsiteX7" fmla="*/ 244787 w 2366010"/>
              <a:gd name="connsiteY7" fmla="*/ 5124456 h 5124456"/>
              <a:gd name="connsiteX8" fmla="*/ 0 w 2366010"/>
              <a:gd name="connsiteY8" fmla="*/ 4879669 h 5124456"/>
              <a:gd name="connsiteX9" fmla="*/ 0 w 2366010"/>
              <a:gd name="connsiteY9" fmla="*/ 244793 h 5124456"/>
              <a:gd name="connsiteX0" fmla="*/ 0 w 2366010"/>
              <a:gd name="connsiteY0" fmla="*/ 244794 h 5124457"/>
              <a:gd name="connsiteX1" fmla="*/ 244787 w 2366010"/>
              <a:gd name="connsiteY1" fmla="*/ 7 h 5124457"/>
              <a:gd name="connsiteX2" fmla="*/ 659130 w 2366010"/>
              <a:gd name="connsiteY2" fmla="*/ 186697 h 5124457"/>
              <a:gd name="connsiteX3" fmla="*/ 2121223 w 2366010"/>
              <a:gd name="connsiteY3" fmla="*/ 7 h 5124457"/>
              <a:gd name="connsiteX4" fmla="*/ 2366010 w 2366010"/>
              <a:gd name="connsiteY4" fmla="*/ 244794 h 5124457"/>
              <a:gd name="connsiteX5" fmla="*/ 2366010 w 2366010"/>
              <a:gd name="connsiteY5" fmla="*/ 4879670 h 5124457"/>
              <a:gd name="connsiteX6" fmla="*/ 2121223 w 2366010"/>
              <a:gd name="connsiteY6" fmla="*/ 5124457 h 5124457"/>
              <a:gd name="connsiteX7" fmla="*/ 244787 w 2366010"/>
              <a:gd name="connsiteY7" fmla="*/ 5124457 h 5124457"/>
              <a:gd name="connsiteX8" fmla="*/ 0 w 2366010"/>
              <a:gd name="connsiteY8" fmla="*/ 4879670 h 5124457"/>
              <a:gd name="connsiteX9" fmla="*/ 0 w 2366010"/>
              <a:gd name="connsiteY9" fmla="*/ 244794 h 5124457"/>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7353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9704 h 5139367"/>
              <a:gd name="connsiteX1" fmla="*/ 244787 w 2366010"/>
              <a:gd name="connsiteY1" fmla="*/ 14917 h 5139367"/>
              <a:gd name="connsiteX2" fmla="*/ 499110 w 2366010"/>
              <a:gd name="connsiteY2" fmla="*/ 30158 h 5139367"/>
              <a:gd name="connsiteX3" fmla="*/ 735330 w 2366010"/>
              <a:gd name="connsiteY3" fmla="*/ 201607 h 5139367"/>
              <a:gd name="connsiteX4" fmla="*/ 2121223 w 2366010"/>
              <a:gd name="connsiteY4" fmla="*/ 14917 h 5139367"/>
              <a:gd name="connsiteX5" fmla="*/ 2366010 w 2366010"/>
              <a:gd name="connsiteY5" fmla="*/ 259704 h 5139367"/>
              <a:gd name="connsiteX6" fmla="*/ 2366010 w 2366010"/>
              <a:gd name="connsiteY6" fmla="*/ 4894580 h 5139367"/>
              <a:gd name="connsiteX7" fmla="*/ 2121223 w 2366010"/>
              <a:gd name="connsiteY7" fmla="*/ 5139367 h 5139367"/>
              <a:gd name="connsiteX8" fmla="*/ 244787 w 2366010"/>
              <a:gd name="connsiteY8" fmla="*/ 5139367 h 5139367"/>
              <a:gd name="connsiteX9" fmla="*/ 0 w 2366010"/>
              <a:gd name="connsiteY9" fmla="*/ 4894580 h 5139367"/>
              <a:gd name="connsiteX10" fmla="*/ 0 w 2366010"/>
              <a:gd name="connsiteY10" fmla="*/ 259704 h 5139367"/>
              <a:gd name="connsiteX0" fmla="*/ 0 w 2366010"/>
              <a:gd name="connsiteY0" fmla="*/ 255334 h 5134997"/>
              <a:gd name="connsiteX1" fmla="*/ 244787 w 2366010"/>
              <a:gd name="connsiteY1" fmla="*/ 10547 h 5134997"/>
              <a:gd name="connsiteX2" fmla="*/ 499110 w 2366010"/>
              <a:gd name="connsiteY2" fmla="*/ 25788 h 5134997"/>
              <a:gd name="connsiteX3" fmla="*/ 735330 w 2366010"/>
              <a:gd name="connsiteY3" fmla="*/ 19723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5334 h 5134997"/>
              <a:gd name="connsiteX1" fmla="*/ 244787 w 2366010"/>
              <a:gd name="connsiteY1" fmla="*/ 10547 h 5134997"/>
              <a:gd name="connsiteX2" fmla="*/ 499110 w 2366010"/>
              <a:gd name="connsiteY2" fmla="*/ 25788 h 5134997"/>
              <a:gd name="connsiteX3" fmla="*/ 731520 w 2366010"/>
              <a:gd name="connsiteY3" fmla="*/ 19342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1685 h 5131348"/>
              <a:gd name="connsiteX1" fmla="*/ 244787 w 2366010"/>
              <a:gd name="connsiteY1" fmla="*/ 6898 h 5131348"/>
              <a:gd name="connsiteX2" fmla="*/ 510540 w 2366010"/>
              <a:gd name="connsiteY2" fmla="*/ 10709 h 5131348"/>
              <a:gd name="connsiteX3" fmla="*/ 73914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1685 h 5131348"/>
              <a:gd name="connsiteX1" fmla="*/ 244787 w 2366010"/>
              <a:gd name="connsiteY1" fmla="*/ 6898 h 5131348"/>
              <a:gd name="connsiteX2" fmla="*/ 510540 w 2366010"/>
              <a:gd name="connsiteY2" fmla="*/ 10709 h 5131348"/>
              <a:gd name="connsiteX3" fmla="*/ 72771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5624 h 5135287"/>
              <a:gd name="connsiteX1" fmla="*/ 244787 w 2366010"/>
              <a:gd name="connsiteY1" fmla="*/ 10837 h 5135287"/>
              <a:gd name="connsiteX2" fmla="*/ 520700 w 2366010"/>
              <a:gd name="connsiteY2" fmla="*/ 7028 h 5135287"/>
              <a:gd name="connsiteX3" fmla="*/ 727710 w 2366010"/>
              <a:gd name="connsiteY3" fmla="*/ 193717 h 5135287"/>
              <a:gd name="connsiteX4" fmla="*/ 2121223 w 2366010"/>
              <a:gd name="connsiteY4" fmla="*/ 10837 h 5135287"/>
              <a:gd name="connsiteX5" fmla="*/ 2366010 w 2366010"/>
              <a:gd name="connsiteY5" fmla="*/ 255624 h 5135287"/>
              <a:gd name="connsiteX6" fmla="*/ 2366010 w 2366010"/>
              <a:gd name="connsiteY6" fmla="*/ 4890500 h 5135287"/>
              <a:gd name="connsiteX7" fmla="*/ 2121223 w 2366010"/>
              <a:gd name="connsiteY7" fmla="*/ 5135287 h 5135287"/>
              <a:gd name="connsiteX8" fmla="*/ 244787 w 2366010"/>
              <a:gd name="connsiteY8" fmla="*/ 5135287 h 5135287"/>
              <a:gd name="connsiteX9" fmla="*/ 0 w 2366010"/>
              <a:gd name="connsiteY9" fmla="*/ 4890500 h 5135287"/>
              <a:gd name="connsiteX10" fmla="*/ 0 w 2366010"/>
              <a:gd name="connsiteY10" fmla="*/ 255624 h 5135287"/>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2381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58153 w 2366010"/>
              <a:gd name="connsiteY5" fmla="*/ 1375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5773 w 2366010"/>
              <a:gd name="connsiteY5" fmla="*/ 17823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73393 w 2366010"/>
              <a:gd name="connsiteY5" fmla="*/ 21125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63996 h 5143659"/>
              <a:gd name="connsiteX1" fmla="*/ 237167 w 2366010"/>
              <a:gd name="connsiteY1" fmla="*/ 16669 h 5143659"/>
              <a:gd name="connsiteX2" fmla="*/ 520700 w 2366010"/>
              <a:gd name="connsiteY2" fmla="*/ 15400 h 5143659"/>
              <a:gd name="connsiteX3" fmla="*/ 727710 w 2366010"/>
              <a:gd name="connsiteY3" fmla="*/ 202089 h 5143659"/>
              <a:gd name="connsiteX4" fmla="*/ 1364453 w 2366010"/>
              <a:gd name="connsiteY4" fmla="*/ 203362 h 5143659"/>
              <a:gd name="connsiteX5" fmla="*/ 1760693 w 2366010"/>
              <a:gd name="connsiteY5" fmla="*/ 195742 h 5143659"/>
              <a:gd name="connsiteX6" fmla="*/ 1864833 w 2366010"/>
              <a:gd name="connsiteY6" fmla="*/ 25562 h 5143659"/>
              <a:gd name="connsiteX7" fmla="*/ 2121223 w 2366010"/>
              <a:gd name="connsiteY7" fmla="*/ 19209 h 5143659"/>
              <a:gd name="connsiteX8" fmla="*/ 2366010 w 2366010"/>
              <a:gd name="connsiteY8" fmla="*/ 263996 h 5143659"/>
              <a:gd name="connsiteX9" fmla="*/ 2366010 w 2366010"/>
              <a:gd name="connsiteY9" fmla="*/ 4898872 h 5143659"/>
              <a:gd name="connsiteX10" fmla="*/ 2121223 w 2366010"/>
              <a:gd name="connsiteY10" fmla="*/ 5143659 h 5143659"/>
              <a:gd name="connsiteX11" fmla="*/ 244787 w 2366010"/>
              <a:gd name="connsiteY11" fmla="*/ 5143659 h 5143659"/>
              <a:gd name="connsiteX12" fmla="*/ 0 w 2366010"/>
              <a:gd name="connsiteY12" fmla="*/ 4898872 h 5143659"/>
              <a:gd name="connsiteX13" fmla="*/ 0 w 2366010"/>
              <a:gd name="connsiteY13" fmla="*/ 263996 h 5143659"/>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364453 w 2366010"/>
              <a:gd name="connsiteY4" fmla="*/ 196014 h 5136311"/>
              <a:gd name="connsiteX5" fmla="*/ 1760693 w 2366010"/>
              <a:gd name="connsiteY5" fmla="*/ 188394 h 5136311"/>
              <a:gd name="connsiteX6" fmla="*/ 1864833 w 2366010"/>
              <a:gd name="connsiteY6" fmla="*/ 18214 h 5136311"/>
              <a:gd name="connsiteX7" fmla="*/ 2121223 w 2366010"/>
              <a:gd name="connsiteY7" fmla="*/ 11861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6069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60632 h 5140295"/>
              <a:gd name="connsiteX1" fmla="*/ 237167 w 2366010"/>
              <a:gd name="connsiteY1" fmla="*/ 13305 h 5140295"/>
              <a:gd name="connsiteX2" fmla="*/ 520700 w 2366010"/>
              <a:gd name="connsiteY2" fmla="*/ 12036 h 5140295"/>
              <a:gd name="connsiteX3" fmla="*/ 727710 w 2366010"/>
              <a:gd name="connsiteY3" fmla="*/ 198725 h 5140295"/>
              <a:gd name="connsiteX4" fmla="*/ 1364453 w 2366010"/>
              <a:gd name="connsiteY4" fmla="*/ 199998 h 5140295"/>
              <a:gd name="connsiteX5" fmla="*/ 1753073 w 2366010"/>
              <a:gd name="connsiteY5" fmla="*/ 192378 h 5140295"/>
              <a:gd name="connsiteX6" fmla="*/ 1857213 w 2366010"/>
              <a:gd name="connsiteY6" fmla="*/ 14578 h 5140295"/>
              <a:gd name="connsiteX7" fmla="*/ 2121223 w 2366010"/>
              <a:gd name="connsiteY7" fmla="*/ 15845 h 5140295"/>
              <a:gd name="connsiteX8" fmla="*/ 2366010 w 2366010"/>
              <a:gd name="connsiteY8" fmla="*/ 260632 h 5140295"/>
              <a:gd name="connsiteX9" fmla="*/ 2366010 w 2366010"/>
              <a:gd name="connsiteY9" fmla="*/ 4895508 h 5140295"/>
              <a:gd name="connsiteX10" fmla="*/ 2121223 w 2366010"/>
              <a:gd name="connsiteY10" fmla="*/ 5140295 h 5140295"/>
              <a:gd name="connsiteX11" fmla="*/ 244787 w 2366010"/>
              <a:gd name="connsiteY11" fmla="*/ 5140295 h 5140295"/>
              <a:gd name="connsiteX12" fmla="*/ 0 w 2366010"/>
              <a:gd name="connsiteY12" fmla="*/ 4895508 h 5140295"/>
              <a:gd name="connsiteX13" fmla="*/ 0 w 2366010"/>
              <a:gd name="connsiteY13" fmla="*/ 260632 h 5140295"/>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364453 w 2366010"/>
              <a:gd name="connsiteY4" fmla="*/ 207009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251 h 5137914"/>
              <a:gd name="connsiteX1" fmla="*/ 237167 w 2366010"/>
              <a:gd name="connsiteY1" fmla="*/ 10924 h 5137914"/>
              <a:gd name="connsiteX2" fmla="*/ 518022 w 2366010"/>
              <a:gd name="connsiteY2" fmla="*/ 6979 h 5137914"/>
              <a:gd name="connsiteX3" fmla="*/ 727710 w 2366010"/>
              <a:gd name="connsiteY3" fmla="*/ 196344 h 5137914"/>
              <a:gd name="connsiteX4" fmla="*/ 1274918 w 2366010"/>
              <a:gd name="connsiteY4" fmla="*/ 195713 h 5137914"/>
              <a:gd name="connsiteX5" fmla="*/ 1753708 w 2366010"/>
              <a:gd name="connsiteY5" fmla="*/ 180477 h 5137914"/>
              <a:gd name="connsiteX6" fmla="*/ 1857213 w 2366010"/>
              <a:gd name="connsiteY6" fmla="*/ 12197 h 5137914"/>
              <a:gd name="connsiteX7" fmla="*/ 2133923 w 2366010"/>
              <a:gd name="connsiteY7" fmla="*/ 5848 h 5137914"/>
              <a:gd name="connsiteX8" fmla="*/ 2366010 w 2366010"/>
              <a:gd name="connsiteY8" fmla="*/ 258251 h 5137914"/>
              <a:gd name="connsiteX9" fmla="*/ 2366010 w 2366010"/>
              <a:gd name="connsiteY9" fmla="*/ 4893127 h 5137914"/>
              <a:gd name="connsiteX10" fmla="*/ 2121223 w 2366010"/>
              <a:gd name="connsiteY10" fmla="*/ 5137914 h 5137914"/>
              <a:gd name="connsiteX11" fmla="*/ 244787 w 2366010"/>
              <a:gd name="connsiteY11" fmla="*/ 5137914 h 5137914"/>
              <a:gd name="connsiteX12" fmla="*/ 0 w 2366010"/>
              <a:gd name="connsiteY12" fmla="*/ 4893127 h 5137914"/>
              <a:gd name="connsiteX13" fmla="*/ 0 w 2366010"/>
              <a:gd name="connsiteY13" fmla="*/ 258251 h 5137914"/>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53708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53708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53708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66010" h="5138986">
                <a:moveTo>
                  <a:pt x="0" y="259323"/>
                </a:moveTo>
                <a:cubicBezTo>
                  <a:pt x="0" y="124131"/>
                  <a:pt x="99298" y="14400"/>
                  <a:pt x="234490" y="9320"/>
                </a:cubicBezTo>
                <a:cubicBezTo>
                  <a:pt x="330375" y="-1633"/>
                  <a:pt x="441345" y="-4014"/>
                  <a:pt x="518022" y="8051"/>
                </a:cubicBezTo>
                <a:cubicBezTo>
                  <a:pt x="568029" y="42976"/>
                  <a:pt x="608553" y="191263"/>
                  <a:pt x="727710" y="197416"/>
                </a:cubicBezTo>
                <a:cubicBezTo>
                  <a:pt x="883276" y="205449"/>
                  <a:pt x="1056621" y="196753"/>
                  <a:pt x="1274918" y="196785"/>
                </a:cubicBezTo>
                <a:cubicBezTo>
                  <a:pt x="1493215" y="196817"/>
                  <a:pt x="1691464" y="206784"/>
                  <a:pt x="1748353" y="181549"/>
                </a:cubicBezTo>
                <a:cubicBezTo>
                  <a:pt x="1805242" y="156314"/>
                  <a:pt x="1797125" y="40150"/>
                  <a:pt x="1857213" y="13269"/>
                </a:cubicBezTo>
                <a:cubicBezTo>
                  <a:pt x="1896981" y="1626"/>
                  <a:pt x="2008907" y="3363"/>
                  <a:pt x="2133923" y="6920"/>
                </a:cubicBezTo>
                <a:cubicBezTo>
                  <a:pt x="2258939" y="10477"/>
                  <a:pt x="2366010" y="124131"/>
                  <a:pt x="2366010" y="259323"/>
                </a:cubicBezTo>
                <a:lnTo>
                  <a:pt x="2366010" y="4894199"/>
                </a:lnTo>
                <a:cubicBezTo>
                  <a:pt x="2366010" y="5029391"/>
                  <a:pt x="2256415" y="5138986"/>
                  <a:pt x="2121223" y="5138986"/>
                </a:cubicBezTo>
                <a:lnTo>
                  <a:pt x="244787" y="5138986"/>
                </a:lnTo>
                <a:cubicBezTo>
                  <a:pt x="109595" y="5138986"/>
                  <a:pt x="0" y="5029391"/>
                  <a:pt x="0" y="4894199"/>
                </a:cubicBezTo>
                <a:lnTo>
                  <a:pt x="0" y="259323"/>
                </a:lnTo>
                <a:close/>
              </a:path>
            </a:pathLst>
          </a:custGeom>
          <a:solidFill>
            <a:schemeClr val="tx1"/>
          </a:solidFill>
        </p:spPr>
        <p:txBody>
          <a:bodyPr lIns="252000" tIns="360000" bIns="90000" anchor="t">
            <a:normAutofit/>
          </a:bodyPr>
          <a:lstStyle>
            <a:lvl1pPr marL="0" indent="0" algn="l">
              <a:buNone/>
              <a:defRPr lang="fr-FR" sz="24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31790450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ictures - 6 Collage">
    <p:bg>
      <p:bgPr>
        <a:solidFill>
          <a:srgbClr val="F7F7F7"/>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6" name="Picture Placeholder 3"/>
          <p:cNvSpPr>
            <a:spLocks noGrp="1"/>
          </p:cNvSpPr>
          <p:nvPr>
            <p:ph type="pic" sz="quarter" idx="11" hasCustomPrompt="1"/>
          </p:nvPr>
        </p:nvSpPr>
        <p:spPr>
          <a:xfrm>
            <a:off x="4064000" y="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7" name="Picture Placeholder 3"/>
          <p:cNvSpPr>
            <a:spLocks noGrp="1"/>
          </p:cNvSpPr>
          <p:nvPr>
            <p:ph type="pic" sz="quarter" idx="12" hasCustomPrompt="1"/>
          </p:nvPr>
        </p:nvSpPr>
        <p:spPr>
          <a:xfrm>
            <a:off x="8128000" y="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8" name="Picture Placeholder 3"/>
          <p:cNvSpPr>
            <a:spLocks noGrp="1"/>
          </p:cNvSpPr>
          <p:nvPr>
            <p:ph type="pic" sz="quarter" idx="13" hasCustomPrompt="1"/>
          </p:nvPr>
        </p:nvSpPr>
        <p:spPr>
          <a:xfrm>
            <a:off x="8128000" y="342900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9" name="Picture Placeholder 3"/>
          <p:cNvSpPr>
            <a:spLocks noGrp="1"/>
          </p:cNvSpPr>
          <p:nvPr>
            <p:ph type="pic" sz="quarter" idx="14" hasCustomPrompt="1"/>
          </p:nvPr>
        </p:nvSpPr>
        <p:spPr>
          <a:xfrm>
            <a:off x="4064000" y="342900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20" name="Picture Placeholder 3"/>
          <p:cNvSpPr>
            <a:spLocks noGrp="1"/>
          </p:cNvSpPr>
          <p:nvPr>
            <p:ph type="pic" sz="quarter" idx="15" hasCustomPrompt="1"/>
          </p:nvPr>
        </p:nvSpPr>
        <p:spPr>
          <a:xfrm>
            <a:off x="0" y="342900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Tree>
    <p:extLst>
      <p:ext uri="{BB962C8B-B14F-4D97-AF65-F5344CB8AC3E}">
        <p14:creationId xmlns:p14="http://schemas.microsoft.com/office/powerpoint/2010/main" val="29795503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77B15E9-FE43-4841-B877-CF972643F917}"/>
              </a:ext>
            </a:extLst>
          </p:cNvPr>
          <p:cNvPicPr>
            <a:picLocks noChangeAspect="1"/>
          </p:cNvPicPr>
          <p:nvPr userDrawn="1"/>
        </p:nvPicPr>
        <p:blipFill rotWithShape="1">
          <a:blip r:embed="rId2"/>
          <a:srcRect l="70" r="70"/>
          <a:stretch/>
        </p:blipFill>
        <p:spPr>
          <a:xfrm>
            <a:off x="0" y="0"/>
            <a:ext cx="12192000" cy="6858000"/>
          </a:xfrm>
          <a:prstGeom prst="rect">
            <a:avLst/>
          </a:prstGeom>
        </p:spPr>
      </p:pic>
      <p:pic>
        <p:nvPicPr>
          <p:cNvPr id="7" name="Graphic 6">
            <a:extLst>
              <a:ext uri="{FF2B5EF4-FFF2-40B4-BE49-F238E27FC236}">
                <a16:creationId xmlns:a16="http://schemas.microsoft.com/office/drawing/2014/main" id="{6E8AD5E2-80B9-4596-9CB1-D5569DED9AC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30219" y="1588849"/>
            <a:ext cx="2931562" cy="1831762"/>
          </a:xfrm>
          <a:prstGeom prst="rect">
            <a:avLst/>
          </a:prstGeom>
        </p:spPr>
      </p:pic>
      <p:sp>
        <p:nvSpPr>
          <p:cNvPr id="8" name="Rectangle 7">
            <a:extLst>
              <a:ext uri="{FF2B5EF4-FFF2-40B4-BE49-F238E27FC236}">
                <a16:creationId xmlns:a16="http://schemas.microsoft.com/office/drawing/2014/main" id="{60C311A9-D5EE-4491-885B-DF9302BF251A}"/>
              </a:ext>
            </a:extLst>
          </p:cNvPr>
          <p:cNvSpPr/>
          <p:nvPr userDrawn="1"/>
        </p:nvSpPr>
        <p:spPr>
          <a:xfrm>
            <a:off x="3375660" y="3948127"/>
            <a:ext cx="5440680" cy="428698"/>
          </a:xfrm>
          <a:prstGeom prst="rect">
            <a:avLst/>
          </a:prstGeom>
          <a:noFill/>
        </p:spPr>
        <p:txBody>
          <a:bodyPr wrap="square" lIns="0" tIns="0" rIns="0" bIns="0" rtlCol="0" anchor="ctr">
            <a:noAutofit/>
          </a:bodyPr>
          <a:lstStyle/>
          <a:p>
            <a:pPr algn="ctr">
              <a:lnSpc>
                <a:spcPct val="130000"/>
              </a:lnSpc>
              <a:spcAft>
                <a:spcPts val="600"/>
              </a:spcAft>
            </a:pPr>
            <a:r>
              <a:rPr lang="fr-FR" b="0" i="0" dirty="0">
                <a:solidFill>
                  <a:schemeClr val="bg1"/>
                </a:solidFill>
                <a:latin typeface="Helvetica Neue Fin" charset="0"/>
                <a:cs typeface="Helvetica Neue Fin" charset="0"/>
              </a:rPr>
              <a:t>A free PowerPoint Template made by Slidor.</a:t>
            </a:r>
          </a:p>
        </p:txBody>
      </p:sp>
      <p:grpSp>
        <p:nvGrpSpPr>
          <p:cNvPr id="9" name="Graphic 14">
            <a:extLst>
              <a:ext uri="{FF2B5EF4-FFF2-40B4-BE49-F238E27FC236}">
                <a16:creationId xmlns:a16="http://schemas.microsoft.com/office/drawing/2014/main" id="{D66DC7D3-23E7-4869-88B2-69EB16427068}"/>
              </a:ext>
            </a:extLst>
          </p:cNvPr>
          <p:cNvGrpSpPr/>
          <p:nvPr userDrawn="1"/>
        </p:nvGrpSpPr>
        <p:grpSpPr>
          <a:xfrm>
            <a:off x="6552060" y="3298862"/>
            <a:ext cx="848807" cy="172639"/>
            <a:chOff x="-4840605" y="4879650"/>
            <a:chExt cx="3371850" cy="685800"/>
          </a:xfrm>
        </p:grpSpPr>
        <p:sp>
          <p:nvSpPr>
            <p:cNvPr id="10" name="Freeform: Shape 9">
              <a:extLst>
                <a:ext uri="{FF2B5EF4-FFF2-40B4-BE49-F238E27FC236}">
                  <a16:creationId xmlns:a16="http://schemas.microsoft.com/office/drawing/2014/main" id="{E7923F90-C7F5-4957-8E42-1B5A2C22CF63}"/>
                </a:ext>
              </a:extLst>
            </p:cNvPr>
            <p:cNvSpPr/>
            <p:nvPr/>
          </p:nvSpPr>
          <p:spPr>
            <a:xfrm>
              <a:off x="-4847749" y="4872506"/>
              <a:ext cx="733425" cy="695325"/>
            </a:xfrm>
            <a:custGeom>
              <a:avLst/>
              <a:gdLst>
                <a:gd name="connsiteX0" fmla="*/ 727520 w 733425"/>
                <a:gd name="connsiteY0" fmla="*/ 349758 h 695325"/>
                <a:gd name="connsiteX1" fmla="*/ 728091 w 733425"/>
                <a:gd name="connsiteY1" fmla="*/ 349472 h 695325"/>
                <a:gd name="connsiteX2" fmla="*/ 650748 w 733425"/>
                <a:gd name="connsiteY2" fmla="*/ 303276 h 695325"/>
                <a:gd name="connsiteX3" fmla="*/ 161258 w 733425"/>
                <a:gd name="connsiteY3" fmla="*/ 7144 h 695325"/>
                <a:gd name="connsiteX4" fmla="*/ 11240 w 733425"/>
                <a:gd name="connsiteY4" fmla="*/ 51530 h 695325"/>
                <a:gd name="connsiteX5" fmla="*/ 505968 w 733425"/>
                <a:gd name="connsiteY5" fmla="*/ 349282 h 695325"/>
                <a:gd name="connsiteX6" fmla="*/ 7144 w 733425"/>
                <a:gd name="connsiteY6" fmla="*/ 645605 h 695325"/>
                <a:gd name="connsiteX7" fmla="*/ 161258 w 733425"/>
                <a:gd name="connsiteY7" fmla="*/ 692372 h 695325"/>
                <a:gd name="connsiteX8" fmla="*/ 270605 w 733425"/>
                <a:gd name="connsiteY8" fmla="*/ 626174 h 695325"/>
                <a:gd name="connsiteX9" fmla="*/ 650653 w 733425"/>
                <a:gd name="connsiteY9" fmla="*/ 396240 h 695325"/>
                <a:gd name="connsiteX10" fmla="*/ 728091 w 733425"/>
                <a:gd name="connsiteY10" fmla="*/ 350139 h 695325"/>
                <a:gd name="connsiteX11" fmla="*/ 727520 w 733425"/>
                <a:gd name="connsiteY11" fmla="*/ 349758 h 69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3425" h="695325">
                  <a:moveTo>
                    <a:pt x="727520" y="349758"/>
                  </a:moveTo>
                  <a:lnTo>
                    <a:pt x="728091" y="349472"/>
                  </a:lnTo>
                  <a:lnTo>
                    <a:pt x="650748" y="303276"/>
                  </a:lnTo>
                  <a:lnTo>
                    <a:pt x="161258" y="7144"/>
                  </a:lnTo>
                  <a:lnTo>
                    <a:pt x="11240" y="51530"/>
                  </a:lnTo>
                  <a:lnTo>
                    <a:pt x="505968" y="349282"/>
                  </a:lnTo>
                  <a:lnTo>
                    <a:pt x="7144" y="645605"/>
                  </a:lnTo>
                  <a:lnTo>
                    <a:pt x="161258" y="692372"/>
                  </a:lnTo>
                  <a:lnTo>
                    <a:pt x="270605" y="626174"/>
                  </a:lnTo>
                  <a:lnTo>
                    <a:pt x="650653" y="396240"/>
                  </a:lnTo>
                  <a:lnTo>
                    <a:pt x="728091" y="350139"/>
                  </a:lnTo>
                  <a:lnTo>
                    <a:pt x="727520" y="349758"/>
                  </a:lnTo>
                  <a:close/>
                </a:path>
              </a:pathLst>
            </a:custGeom>
            <a:solidFill>
              <a:srgbClr val="F04C3B"/>
            </a:solidFill>
            <a:ln w="9525" cap="flat">
              <a:noFill/>
              <a:prstDash val="solid"/>
              <a:miter/>
            </a:ln>
          </p:spPr>
          <p:txBody>
            <a:bodyPr rtlCol="0" anchor="ctr"/>
            <a:lstStyle/>
            <a:p>
              <a:endParaRPr lang="fr-FR" b="0" i="0" dirty="0">
                <a:latin typeface="Helvetica Neue Normal" charset="0"/>
              </a:endParaRPr>
            </a:p>
          </p:txBody>
        </p:sp>
        <p:sp>
          <p:nvSpPr>
            <p:cNvPr id="11" name="Freeform: Shape 10">
              <a:extLst>
                <a:ext uri="{FF2B5EF4-FFF2-40B4-BE49-F238E27FC236}">
                  <a16:creationId xmlns:a16="http://schemas.microsoft.com/office/drawing/2014/main" id="{1A91D39A-3051-4BF8-9AD2-6A54CECBDBDA}"/>
                </a:ext>
              </a:extLst>
            </p:cNvPr>
            <p:cNvSpPr/>
            <p:nvPr/>
          </p:nvSpPr>
          <p:spPr>
            <a:xfrm>
              <a:off x="-4462177" y="5214930"/>
              <a:ext cx="238125" cy="142875"/>
            </a:xfrm>
            <a:custGeom>
              <a:avLst/>
              <a:gdLst>
                <a:gd name="connsiteX0" fmla="*/ 120777 w 238125"/>
                <a:gd name="connsiteY0" fmla="*/ 7144 h 142875"/>
                <a:gd name="connsiteX1" fmla="*/ 231648 w 238125"/>
                <a:gd name="connsiteY1" fmla="*/ 73819 h 142875"/>
                <a:gd name="connsiteX2" fmla="*/ 120682 w 238125"/>
                <a:gd name="connsiteY2" fmla="*/ 141256 h 142875"/>
                <a:gd name="connsiteX3" fmla="*/ 7144 w 238125"/>
                <a:gd name="connsiteY3" fmla="*/ 74200 h 142875"/>
                <a:gd name="connsiteX4" fmla="*/ 120777 w 238125"/>
                <a:gd name="connsiteY4" fmla="*/ 714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25" h="142875">
                  <a:moveTo>
                    <a:pt x="120777" y="7144"/>
                  </a:moveTo>
                  <a:lnTo>
                    <a:pt x="231648" y="73819"/>
                  </a:lnTo>
                  <a:lnTo>
                    <a:pt x="120682" y="141256"/>
                  </a:lnTo>
                  <a:lnTo>
                    <a:pt x="7144" y="74200"/>
                  </a:lnTo>
                  <a:lnTo>
                    <a:pt x="120777" y="7144"/>
                  </a:lnTo>
                  <a:close/>
                </a:path>
              </a:pathLst>
            </a:custGeom>
            <a:solidFill>
              <a:srgbClr val="010101">
                <a:alpha val="30000"/>
              </a:srgbClr>
            </a:solidFill>
            <a:ln w="9525" cap="flat">
              <a:noFill/>
              <a:prstDash val="solid"/>
              <a:miter/>
            </a:ln>
          </p:spPr>
          <p:txBody>
            <a:bodyPr rtlCol="0" anchor="ctr"/>
            <a:lstStyle/>
            <a:p>
              <a:endParaRPr lang="fr-FR" b="0" i="0" dirty="0">
                <a:latin typeface="Helvetica Neue Normal" charset="0"/>
              </a:endParaRPr>
            </a:p>
          </p:txBody>
        </p:sp>
        <p:sp>
          <p:nvSpPr>
            <p:cNvPr id="12" name="Freeform: Shape 11">
              <a:extLst>
                <a:ext uri="{FF2B5EF4-FFF2-40B4-BE49-F238E27FC236}">
                  <a16:creationId xmlns:a16="http://schemas.microsoft.com/office/drawing/2014/main" id="{F85F7B6D-1347-40FE-A80A-D5BD017DF9CD}"/>
                </a:ext>
              </a:extLst>
            </p:cNvPr>
            <p:cNvSpPr/>
            <p:nvPr/>
          </p:nvSpPr>
          <p:spPr>
            <a:xfrm>
              <a:off x="-3434715" y="5011381"/>
              <a:ext cx="295275" cy="419100"/>
            </a:xfrm>
            <a:custGeom>
              <a:avLst/>
              <a:gdLst>
                <a:gd name="connsiteX0" fmla="*/ 7144 w 295275"/>
                <a:gd name="connsiteY0" fmla="*/ 50483 h 419100"/>
                <a:gd name="connsiteX1" fmla="*/ 78772 w 295275"/>
                <a:gd name="connsiteY1" fmla="*/ 7144 h 419100"/>
                <a:gd name="connsiteX2" fmla="*/ 78772 w 295275"/>
                <a:gd name="connsiteY2" fmla="*/ 349472 h 419100"/>
                <a:gd name="connsiteX3" fmla="*/ 292989 w 295275"/>
                <a:gd name="connsiteY3" fmla="*/ 349472 h 419100"/>
                <a:gd name="connsiteX4" fmla="*/ 292989 w 295275"/>
                <a:gd name="connsiteY4" fmla="*/ 414623 h 419100"/>
                <a:gd name="connsiteX5" fmla="*/ 7239 w 295275"/>
                <a:gd name="connsiteY5" fmla="*/ 414623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5" h="419100">
                  <a:moveTo>
                    <a:pt x="7144" y="50483"/>
                  </a:moveTo>
                  <a:lnTo>
                    <a:pt x="78772" y="7144"/>
                  </a:lnTo>
                  <a:lnTo>
                    <a:pt x="78772" y="349472"/>
                  </a:lnTo>
                  <a:lnTo>
                    <a:pt x="292989" y="349472"/>
                  </a:lnTo>
                  <a:lnTo>
                    <a:pt x="292989" y="414623"/>
                  </a:lnTo>
                  <a:lnTo>
                    <a:pt x="7239" y="414623"/>
                  </a:ln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3" name="Freeform: Shape 12">
              <a:extLst>
                <a:ext uri="{FF2B5EF4-FFF2-40B4-BE49-F238E27FC236}">
                  <a16:creationId xmlns:a16="http://schemas.microsoft.com/office/drawing/2014/main" id="{876C7694-BEEB-45BD-8514-3A1381390988}"/>
                </a:ext>
              </a:extLst>
            </p:cNvPr>
            <p:cNvSpPr/>
            <p:nvPr/>
          </p:nvSpPr>
          <p:spPr>
            <a:xfrm>
              <a:off x="-3041142" y="5011381"/>
              <a:ext cx="85725" cy="419100"/>
            </a:xfrm>
            <a:custGeom>
              <a:avLst/>
              <a:gdLst>
                <a:gd name="connsiteX0" fmla="*/ 7144 w 85725"/>
                <a:gd name="connsiteY0" fmla="*/ 51721 h 419100"/>
                <a:gd name="connsiteX1" fmla="*/ 78772 w 85725"/>
                <a:gd name="connsiteY1" fmla="*/ 7144 h 419100"/>
                <a:gd name="connsiteX2" fmla="*/ 78772 w 85725"/>
                <a:gd name="connsiteY2" fmla="*/ 414623 h 419100"/>
                <a:gd name="connsiteX3" fmla="*/ 7144 w 85725"/>
                <a:gd name="connsiteY3" fmla="*/ 414623 h 419100"/>
              </a:gdLst>
              <a:ahLst/>
              <a:cxnLst>
                <a:cxn ang="0">
                  <a:pos x="connsiteX0" y="connsiteY0"/>
                </a:cxn>
                <a:cxn ang="0">
                  <a:pos x="connsiteX1" y="connsiteY1"/>
                </a:cxn>
                <a:cxn ang="0">
                  <a:pos x="connsiteX2" y="connsiteY2"/>
                </a:cxn>
                <a:cxn ang="0">
                  <a:pos x="connsiteX3" y="connsiteY3"/>
                </a:cxn>
              </a:cxnLst>
              <a:rect l="l" t="t" r="r" b="b"/>
              <a:pathLst>
                <a:path w="85725" h="419100">
                  <a:moveTo>
                    <a:pt x="7144" y="51721"/>
                  </a:moveTo>
                  <a:lnTo>
                    <a:pt x="78772" y="7144"/>
                  </a:lnTo>
                  <a:lnTo>
                    <a:pt x="78772" y="414623"/>
                  </a:lnTo>
                  <a:lnTo>
                    <a:pt x="7144" y="414623"/>
                  </a:ln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4" name="Freeform: Shape 13">
              <a:extLst>
                <a:ext uri="{FF2B5EF4-FFF2-40B4-BE49-F238E27FC236}">
                  <a16:creationId xmlns:a16="http://schemas.microsoft.com/office/drawing/2014/main" id="{1233C57D-BC6C-45E8-BD7C-CD3182F4BBD4}"/>
                </a:ext>
              </a:extLst>
            </p:cNvPr>
            <p:cNvSpPr/>
            <p:nvPr/>
          </p:nvSpPr>
          <p:spPr>
            <a:xfrm>
              <a:off x="-2831592" y="5011365"/>
              <a:ext cx="381000" cy="419100"/>
            </a:xfrm>
            <a:custGeom>
              <a:avLst/>
              <a:gdLst>
                <a:gd name="connsiteX0" fmla="*/ 7144 w 381000"/>
                <a:gd name="connsiteY0" fmla="*/ 7160 h 419100"/>
                <a:gd name="connsiteX1" fmla="*/ 159544 w 381000"/>
                <a:gd name="connsiteY1" fmla="*/ 7160 h 419100"/>
                <a:gd name="connsiteX2" fmla="*/ 247174 w 381000"/>
                <a:gd name="connsiteY2" fmla="*/ 22590 h 419100"/>
                <a:gd name="connsiteX3" fmla="*/ 315849 w 381000"/>
                <a:gd name="connsiteY3" fmla="*/ 65357 h 419100"/>
                <a:gd name="connsiteX4" fmla="*/ 360426 w 381000"/>
                <a:gd name="connsiteY4" fmla="*/ 129746 h 419100"/>
                <a:gd name="connsiteX5" fmla="*/ 376142 w 381000"/>
                <a:gd name="connsiteY5" fmla="*/ 209756 h 419100"/>
                <a:gd name="connsiteX6" fmla="*/ 376142 w 381000"/>
                <a:gd name="connsiteY6" fmla="*/ 210899 h 419100"/>
                <a:gd name="connsiteX7" fmla="*/ 360426 w 381000"/>
                <a:gd name="connsiteY7" fmla="*/ 291290 h 419100"/>
                <a:gd name="connsiteX8" fmla="*/ 315849 w 381000"/>
                <a:gd name="connsiteY8" fmla="*/ 355870 h 419100"/>
                <a:gd name="connsiteX9" fmla="*/ 247174 w 381000"/>
                <a:gd name="connsiteY9" fmla="*/ 398923 h 419100"/>
                <a:gd name="connsiteX10" fmla="*/ 159544 w 381000"/>
                <a:gd name="connsiteY10" fmla="*/ 414639 h 419100"/>
                <a:gd name="connsiteX11" fmla="*/ 7144 w 381000"/>
                <a:gd name="connsiteY11" fmla="*/ 414639 h 419100"/>
                <a:gd name="connsiteX12" fmla="*/ 78391 w 381000"/>
                <a:gd name="connsiteY12" fmla="*/ 72787 h 419100"/>
                <a:gd name="connsiteX13" fmla="*/ 78391 w 381000"/>
                <a:gd name="connsiteY13" fmla="*/ 349869 h 419100"/>
                <a:gd name="connsiteX14" fmla="*/ 158687 w 381000"/>
                <a:gd name="connsiteY14" fmla="*/ 349869 h 419100"/>
                <a:gd name="connsiteX15" fmla="*/ 216884 w 381000"/>
                <a:gd name="connsiteY15" fmla="*/ 339677 h 419100"/>
                <a:gd name="connsiteX16" fmla="*/ 261461 w 381000"/>
                <a:gd name="connsiteY16" fmla="*/ 311102 h 419100"/>
                <a:gd name="connsiteX17" fmla="*/ 290036 w 381000"/>
                <a:gd name="connsiteY17" fmla="*/ 267478 h 419100"/>
                <a:gd name="connsiteX18" fmla="*/ 300228 w 381000"/>
                <a:gd name="connsiteY18" fmla="*/ 212518 h 419100"/>
                <a:gd name="connsiteX19" fmla="*/ 300228 w 381000"/>
                <a:gd name="connsiteY19" fmla="*/ 211280 h 419100"/>
                <a:gd name="connsiteX20" fmla="*/ 290036 w 381000"/>
                <a:gd name="connsiteY20" fmla="*/ 156035 h 419100"/>
                <a:gd name="connsiteX21" fmla="*/ 261461 w 381000"/>
                <a:gd name="connsiteY21" fmla="*/ 112030 h 419100"/>
                <a:gd name="connsiteX22" fmla="*/ 216884 w 381000"/>
                <a:gd name="connsiteY22" fmla="*/ 83455 h 419100"/>
                <a:gd name="connsiteX23" fmla="*/ 158687 w 381000"/>
                <a:gd name="connsiteY23" fmla="*/ 72977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000" h="419100">
                  <a:moveTo>
                    <a:pt x="7144" y="7160"/>
                  </a:moveTo>
                  <a:lnTo>
                    <a:pt x="159544" y="7160"/>
                  </a:lnTo>
                  <a:cubicBezTo>
                    <a:pt x="189459" y="6817"/>
                    <a:pt x="219175" y="12050"/>
                    <a:pt x="247174" y="22590"/>
                  </a:cubicBezTo>
                  <a:cubicBezTo>
                    <a:pt x="272645" y="32212"/>
                    <a:pt x="295978" y="46743"/>
                    <a:pt x="315849" y="65357"/>
                  </a:cubicBezTo>
                  <a:cubicBezTo>
                    <a:pt x="335007" y="83502"/>
                    <a:pt x="350187" y="105428"/>
                    <a:pt x="360426" y="129746"/>
                  </a:cubicBezTo>
                  <a:cubicBezTo>
                    <a:pt x="371036" y="155075"/>
                    <a:pt x="376383" y="182297"/>
                    <a:pt x="376142" y="209756"/>
                  </a:cubicBezTo>
                  <a:lnTo>
                    <a:pt x="376142" y="210899"/>
                  </a:lnTo>
                  <a:cubicBezTo>
                    <a:pt x="376371" y="238481"/>
                    <a:pt x="371025" y="265825"/>
                    <a:pt x="360426" y="291290"/>
                  </a:cubicBezTo>
                  <a:cubicBezTo>
                    <a:pt x="350257" y="315703"/>
                    <a:pt x="335070" y="337705"/>
                    <a:pt x="315849" y="355870"/>
                  </a:cubicBezTo>
                  <a:cubicBezTo>
                    <a:pt x="295967" y="374540"/>
                    <a:pt x="272642" y="389163"/>
                    <a:pt x="247174" y="398923"/>
                  </a:cubicBezTo>
                  <a:cubicBezTo>
                    <a:pt x="219219" y="409651"/>
                    <a:pt x="189485" y="414983"/>
                    <a:pt x="159544" y="414639"/>
                  </a:cubicBezTo>
                  <a:lnTo>
                    <a:pt x="7144" y="414639"/>
                  </a:lnTo>
                  <a:close/>
                  <a:moveTo>
                    <a:pt x="78391" y="72787"/>
                  </a:moveTo>
                  <a:lnTo>
                    <a:pt x="78391" y="349869"/>
                  </a:lnTo>
                  <a:lnTo>
                    <a:pt x="158687" y="349869"/>
                  </a:lnTo>
                  <a:cubicBezTo>
                    <a:pt x="178551" y="350118"/>
                    <a:pt x="198287" y="346662"/>
                    <a:pt x="216884" y="339677"/>
                  </a:cubicBezTo>
                  <a:cubicBezTo>
                    <a:pt x="233595" y="333409"/>
                    <a:pt x="248788" y="323670"/>
                    <a:pt x="261461" y="311102"/>
                  </a:cubicBezTo>
                  <a:cubicBezTo>
                    <a:pt x="273861" y="298662"/>
                    <a:pt x="283586" y="283816"/>
                    <a:pt x="290036" y="267478"/>
                  </a:cubicBezTo>
                  <a:cubicBezTo>
                    <a:pt x="296973" y="249995"/>
                    <a:pt x="300435" y="231327"/>
                    <a:pt x="300228" y="212518"/>
                  </a:cubicBezTo>
                  <a:lnTo>
                    <a:pt x="300228" y="211280"/>
                  </a:lnTo>
                  <a:cubicBezTo>
                    <a:pt x="300417" y="192381"/>
                    <a:pt x="296957" y="173623"/>
                    <a:pt x="290036" y="156035"/>
                  </a:cubicBezTo>
                  <a:cubicBezTo>
                    <a:pt x="283637" y="139559"/>
                    <a:pt x="273910" y="124578"/>
                    <a:pt x="261461" y="112030"/>
                  </a:cubicBezTo>
                  <a:cubicBezTo>
                    <a:pt x="248705" y="99567"/>
                    <a:pt x="233535" y="89843"/>
                    <a:pt x="216884" y="83455"/>
                  </a:cubicBezTo>
                  <a:cubicBezTo>
                    <a:pt x="198344" y="76236"/>
                    <a:pt x="178581" y="72678"/>
                    <a:pt x="158687" y="72977"/>
                  </a:cubicBez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5" name="Freeform: Shape 14">
              <a:extLst>
                <a:ext uri="{FF2B5EF4-FFF2-40B4-BE49-F238E27FC236}">
                  <a16:creationId xmlns:a16="http://schemas.microsoft.com/office/drawing/2014/main" id="{E8A94DF9-BAFB-4BE4-9840-26E3AE412F1B}"/>
                </a:ext>
              </a:extLst>
            </p:cNvPr>
            <p:cNvSpPr/>
            <p:nvPr/>
          </p:nvSpPr>
          <p:spPr>
            <a:xfrm>
              <a:off x="-2364680" y="5004696"/>
              <a:ext cx="438150" cy="428625"/>
            </a:xfrm>
            <a:custGeom>
              <a:avLst/>
              <a:gdLst>
                <a:gd name="connsiteX0" fmla="*/ 218983 w 438150"/>
                <a:gd name="connsiteY0" fmla="*/ 428357 h 428625"/>
                <a:gd name="connsiteX1" fmla="*/ 133258 w 438150"/>
                <a:gd name="connsiteY1" fmla="*/ 411783 h 428625"/>
                <a:gd name="connsiteX2" fmla="*/ 66583 w 438150"/>
                <a:gd name="connsiteY2" fmla="*/ 366635 h 428625"/>
                <a:gd name="connsiteX3" fmla="*/ 22864 w 438150"/>
                <a:gd name="connsiteY3" fmla="*/ 299960 h 428625"/>
                <a:gd name="connsiteX4" fmla="*/ 7147 w 438150"/>
                <a:gd name="connsiteY4" fmla="*/ 218807 h 428625"/>
                <a:gd name="connsiteX5" fmla="*/ 7147 w 438150"/>
                <a:gd name="connsiteY5" fmla="*/ 217569 h 428625"/>
                <a:gd name="connsiteX6" fmla="*/ 22864 w 438150"/>
                <a:gd name="connsiteY6" fmla="*/ 136416 h 428625"/>
                <a:gd name="connsiteX7" fmla="*/ 67155 w 438150"/>
                <a:gd name="connsiteY7" fmla="*/ 69741 h 428625"/>
                <a:gd name="connsiteX8" fmla="*/ 134687 w 438150"/>
                <a:gd name="connsiteY8" fmla="*/ 24021 h 428625"/>
                <a:gd name="connsiteX9" fmla="*/ 220888 w 438150"/>
                <a:gd name="connsiteY9" fmla="*/ 7161 h 428625"/>
                <a:gd name="connsiteX10" fmla="*/ 306613 w 438150"/>
                <a:gd name="connsiteY10" fmla="*/ 23735 h 428625"/>
                <a:gd name="connsiteX11" fmla="*/ 373288 w 438150"/>
                <a:gd name="connsiteY11" fmla="*/ 68883 h 428625"/>
                <a:gd name="connsiteX12" fmla="*/ 416913 w 438150"/>
                <a:gd name="connsiteY12" fmla="*/ 135558 h 428625"/>
                <a:gd name="connsiteX13" fmla="*/ 432629 w 438150"/>
                <a:gd name="connsiteY13" fmla="*/ 216711 h 428625"/>
                <a:gd name="connsiteX14" fmla="*/ 432629 w 438150"/>
                <a:gd name="connsiteY14" fmla="*/ 217854 h 428625"/>
                <a:gd name="connsiteX15" fmla="*/ 416913 w 438150"/>
                <a:gd name="connsiteY15" fmla="*/ 299103 h 428625"/>
                <a:gd name="connsiteX16" fmla="*/ 372717 w 438150"/>
                <a:gd name="connsiteY16" fmla="*/ 365778 h 428625"/>
                <a:gd name="connsiteX17" fmla="*/ 218983 w 438150"/>
                <a:gd name="connsiteY17" fmla="*/ 428357 h 428625"/>
                <a:gd name="connsiteX18" fmla="*/ 220222 w 438150"/>
                <a:gd name="connsiteY18" fmla="*/ 361682 h 428625"/>
                <a:gd name="connsiteX19" fmla="*/ 319091 w 438150"/>
                <a:gd name="connsiteY19" fmla="*/ 319677 h 428625"/>
                <a:gd name="connsiteX20" fmla="*/ 347666 w 438150"/>
                <a:gd name="connsiteY20" fmla="*/ 274147 h 428625"/>
                <a:gd name="connsiteX21" fmla="*/ 357858 w 438150"/>
                <a:gd name="connsiteY21" fmla="*/ 218140 h 428625"/>
                <a:gd name="connsiteX22" fmla="*/ 357858 w 438150"/>
                <a:gd name="connsiteY22" fmla="*/ 216997 h 428625"/>
                <a:gd name="connsiteX23" fmla="*/ 347666 w 438150"/>
                <a:gd name="connsiteY23" fmla="*/ 160704 h 428625"/>
                <a:gd name="connsiteX24" fmla="*/ 275181 w 438150"/>
                <a:gd name="connsiteY24" fmla="*/ 83457 h 428625"/>
                <a:gd name="connsiteX25" fmla="*/ 163738 w 438150"/>
                <a:gd name="connsiteY25" fmla="*/ 83457 h 428625"/>
                <a:gd name="connsiteX26" fmla="*/ 120304 w 438150"/>
                <a:gd name="connsiteY26" fmla="*/ 114318 h 428625"/>
                <a:gd name="connsiteX27" fmla="*/ 91729 w 438150"/>
                <a:gd name="connsiteY27" fmla="*/ 160133 h 428625"/>
                <a:gd name="connsiteX28" fmla="*/ 81537 w 438150"/>
                <a:gd name="connsiteY28" fmla="*/ 216140 h 428625"/>
                <a:gd name="connsiteX29" fmla="*/ 81538 w 438150"/>
                <a:gd name="connsiteY29" fmla="*/ 217283 h 428625"/>
                <a:gd name="connsiteX30" fmla="*/ 91729 w 438150"/>
                <a:gd name="connsiteY30" fmla="*/ 273290 h 428625"/>
                <a:gd name="connsiteX31" fmla="*/ 120304 w 438150"/>
                <a:gd name="connsiteY31" fmla="*/ 319391 h 428625"/>
                <a:gd name="connsiteX32" fmla="*/ 164310 w 438150"/>
                <a:gd name="connsiteY32" fmla="*/ 350633 h 428625"/>
                <a:gd name="connsiteX33" fmla="*/ 220222 w 438150"/>
                <a:gd name="connsiteY33" fmla="*/ 361968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38150" h="428625">
                  <a:moveTo>
                    <a:pt x="218983" y="428357"/>
                  </a:moveTo>
                  <a:cubicBezTo>
                    <a:pt x="189583" y="428674"/>
                    <a:pt x="160422" y="423037"/>
                    <a:pt x="133258" y="411783"/>
                  </a:cubicBezTo>
                  <a:cubicBezTo>
                    <a:pt x="108249" y="401324"/>
                    <a:pt x="85580" y="385974"/>
                    <a:pt x="66583" y="366635"/>
                  </a:cubicBezTo>
                  <a:cubicBezTo>
                    <a:pt x="47851" y="347434"/>
                    <a:pt x="33006" y="324794"/>
                    <a:pt x="22864" y="299960"/>
                  </a:cubicBezTo>
                  <a:cubicBezTo>
                    <a:pt x="12325" y="274210"/>
                    <a:pt x="6984" y="246630"/>
                    <a:pt x="7147" y="218807"/>
                  </a:cubicBezTo>
                  <a:lnTo>
                    <a:pt x="7147" y="217569"/>
                  </a:lnTo>
                  <a:cubicBezTo>
                    <a:pt x="6984" y="189746"/>
                    <a:pt x="12325" y="162166"/>
                    <a:pt x="22864" y="136416"/>
                  </a:cubicBezTo>
                  <a:cubicBezTo>
                    <a:pt x="33146" y="111519"/>
                    <a:pt x="48191" y="88870"/>
                    <a:pt x="67155" y="69741"/>
                  </a:cubicBezTo>
                  <a:cubicBezTo>
                    <a:pt x="86504" y="50285"/>
                    <a:pt x="109437" y="34760"/>
                    <a:pt x="134687" y="24021"/>
                  </a:cubicBezTo>
                  <a:cubicBezTo>
                    <a:pt x="161953" y="12523"/>
                    <a:pt x="191300" y="6783"/>
                    <a:pt x="220888" y="7161"/>
                  </a:cubicBezTo>
                  <a:cubicBezTo>
                    <a:pt x="250288" y="6854"/>
                    <a:pt x="279446" y="12492"/>
                    <a:pt x="306613" y="23735"/>
                  </a:cubicBezTo>
                  <a:cubicBezTo>
                    <a:pt x="331611" y="34217"/>
                    <a:pt x="354275" y="49564"/>
                    <a:pt x="373288" y="68883"/>
                  </a:cubicBezTo>
                  <a:cubicBezTo>
                    <a:pt x="392011" y="88073"/>
                    <a:pt x="406827" y="110718"/>
                    <a:pt x="416913" y="135558"/>
                  </a:cubicBezTo>
                  <a:cubicBezTo>
                    <a:pt x="427461" y="161306"/>
                    <a:pt x="432803" y="188888"/>
                    <a:pt x="432629" y="216711"/>
                  </a:cubicBezTo>
                  <a:lnTo>
                    <a:pt x="432629" y="217854"/>
                  </a:lnTo>
                  <a:cubicBezTo>
                    <a:pt x="432803" y="245709"/>
                    <a:pt x="427461" y="273322"/>
                    <a:pt x="416913" y="299103"/>
                  </a:cubicBezTo>
                  <a:cubicBezTo>
                    <a:pt x="406665" y="323995"/>
                    <a:pt x="391652" y="346644"/>
                    <a:pt x="372717" y="365778"/>
                  </a:cubicBezTo>
                  <a:cubicBezTo>
                    <a:pt x="332099" y="406653"/>
                    <a:pt x="276600" y="429244"/>
                    <a:pt x="218983" y="428357"/>
                  </a:cubicBezTo>
                  <a:close/>
                  <a:moveTo>
                    <a:pt x="220222" y="361682"/>
                  </a:moveTo>
                  <a:cubicBezTo>
                    <a:pt x="257610" y="362161"/>
                    <a:pt x="293481" y="346921"/>
                    <a:pt x="319091" y="319677"/>
                  </a:cubicBezTo>
                  <a:cubicBezTo>
                    <a:pt x="331504" y="306517"/>
                    <a:pt x="341213" y="291048"/>
                    <a:pt x="347666" y="274147"/>
                  </a:cubicBezTo>
                  <a:cubicBezTo>
                    <a:pt x="354525" y="256277"/>
                    <a:pt x="357982" y="237281"/>
                    <a:pt x="357858" y="218140"/>
                  </a:cubicBezTo>
                  <a:lnTo>
                    <a:pt x="357858" y="216997"/>
                  </a:lnTo>
                  <a:cubicBezTo>
                    <a:pt x="357948" y="197766"/>
                    <a:pt x="354493" y="178683"/>
                    <a:pt x="347666" y="160704"/>
                  </a:cubicBezTo>
                  <a:cubicBezTo>
                    <a:pt x="334823" y="126287"/>
                    <a:pt x="308712" y="98460"/>
                    <a:pt x="275181" y="83457"/>
                  </a:cubicBezTo>
                  <a:cubicBezTo>
                    <a:pt x="239636" y="68025"/>
                    <a:pt x="199283" y="68025"/>
                    <a:pt x="163738" y="83457"/>
                  </a:cubicBezTo>
                  <a:cubicBezTo>
                    <a:pt x="147300" y="90661"/>
                    <a:pt x="132516" y="101165"/>
                    <a:pt x="120304" y="114318"/>
                  </a:cubicBezTo>
                  <a:cubicBezTo>
                    <a:pt x="107954" y="127634"/>
                    <a:pt x="98256" y="143184"/>
                    <a:pt x="91729" y="160133"/>
                  </a:cubicBezTo>
                  <a:cubicBezTo>
                    <a:pt x="84886" y="178008"/>
                    <a:pt x="81429" y="197000"/>
                    <a:pt x="81537" y="216140"/>
                  </a:cubicBezTo>
                  <a:lnTo>
                    <a:pt x="81538" y="217283"/>
                  </a:lnTo>
                  <a:cubicBezTo>
                    <a:pt x="81421" y="236423"/>
                    <a:pt x="84877" y="255418"/>
                    <a:pt x="91729" y="273290"/>
                  </a:cubicBezTo>
                  <a:cubicBezTo>
                    <a:pt x="98242" y="290331"/>
                    <a:pt x="107940" y="305977"/>
                    <a:pt x="120304" y="319391"/>
                  </a:cubicBezTo>
                  <a:cubicBezTo>
                    <a:pt x="132678" y="332710"/>
                    <a:pt x="147656" y="343344"/>
                    <a:pt x="164310" y="350633"/>
                  </a:cubicBezTo>
                  <a:cubicBezTo>
                    <a:pt x="181946" y="358291"/>
                    <a:pt x="200996" y="362153"/>
                    <a:pt x="220222" y="361968"/>
                  </a:cubicBez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6" name="Freeform: Shape 15">
              <a:extLst>
                <a:ext uri="{FF2B5EF4-FFF2-40B4-BE49-F238E27FC236}">
                  <a16:creationId xmlns:a16="http://schemas.microsoft.com/office/drawing/2014/main" id="{5F9A081A-E818-4296-AF04-3676C01030AA}"/>
                </a:ext>
              </a:extLst>
            </p:cNvPr>
            <p:cNvSpPr/>
            <p:nvPr/>
          </p:nvSpPr>
          <p:spPr>
            <a:xfrm>
              <a:off x="-1823371" y="5011354"/>
              <a:ext cx="352425" cy="419100"/>
            </a:xfrm>
            <a:custGeom>
              <a:avLst/>
              <a:gdLst>
                <a:gd name="connsiteX0" fmla="*/ 7144 w 352425"/>
                <a:gd name="connsiteY0" fmla="*/ 7171 h 419100"/>
                <a:gd name="connsiteX1" fmla="*/ 188786 w 352425"/>
                <a:gd name="connsiteY1" fmla="*/ 7171 h 419100"/>
                <a:gd name="connsiteX2" fmla="*/ 256889 w 352425"/>
                <a:gd name="connsiteY2" fmla="*/ 17934 h 419100"/>
                <a:gd name="connsiteX3" fmla="*/ 306419 w 352425"/>
                <a:gd name="connsiteY3" fmla="*/ 47938 h 419100"/>
                <a:gd name="connsiteX4" fmla="*/ 331470 w 352425"/>
                <a:gd name="connsiteY4" fmla="*/ 86895 h 419100"/>
                <a:gd name="connsiteX5" fmla="*/ 340138 w 352425"/>
                <a:gd name="connsiteY5" fmla="*/ 135854 h 419100"/>
                <a:gd name="connsiteX6" fmla="*/ 340138 w 352425"/>
                <a:gd name="connsiteY6" fmla="*/ 136997 h 419100"/>
                <a:gd name="connsiteX7" fmla="*/ 313087 w 352425"/>
                <a:gd name="connsiteY7" fmla="*/ 217673 h 419100"/>
                <a:gd name="connsiteX8" fmla="*/ 243554 w 352425"/>
                <a:gd name="connsiteY8" fmla="*/ 260441 h 419100"/>
                <a:gd name="connsiteX9" fmla="*/ 353568 w 352425"/>
                <a:gd name="connsiteY9" fmla="*/ 414650 h 419100"/>
                <a:gd name="connsiteX10" fmla="*/ 268605 w 352425"/>
                <a:gd name="connsiteY10" fmla="*/ 414650 h 419100"/>
                <a:gd name="connsiteX11" fmla="*/ 168402 w 352425"/>
                <a:gd name="connsiteY11" fmla="*/ 272823 h 419100"/>
                <a:gd name="connsiteX12" fmla="*/ 78772 w 352425"/>
                <a:gd name="connsiteY12" fmla="*/ 272823 h 419100"/>
                <a:gd name="connsiteX13" fmla="*/ 78772 w 352425"/>
                <a:gd name="connsiteY13" fmla="*/ 414841 h 419100"/>
                <a:gd name="connsiteX14" fmla="*/ 7144 w 352425"/>
                <a:gd name="connsiteY14" fmla="*/ 414841 h 419100"/>
                <a:gd name="connsiteX15" fmla="*/ 183547 w 352425"/>
                <a:gd name="connsiteY15" fmla="*/ 209196 h 419100"/>
                <a:gd name="connsiteX16" fmla="*/ 244698 w 352425"/>
                <a:gd name="connsiteY16" fmla="*/ 190813 h 419100"/>
                <a:gd name="connsiteX17" fmla="*/ 267367 w 352425"/>
                <a:gd name="connsiteY17" fmla="*/ 141093 h 419100"/>
                <a:gd name="connsiteX18" fmla="*/ 267367 w 352425"/>
                <a:gd name="connsiteY18" fmla="*/ 139949 h 419100"/>
                <a:gd name="connsiteX19" fmla="*/ 245269 w 352425"/>
                <a:gd name="connsiteY19" fmla="*/ 89562 h 419100"/>
                <a:gd name="connsiteX20" fmla="*/ 182975 w 352425"/>
                <a:gd name="connsiteY20" fmla="*/ 72417 h 419100"/>
                <a:gd name="connsiteX21" fmla="*/ 78772 w 352425"/>
                <a:gd name="connsiteY21" fmla="*/ 72417 h 419100"/>
                <a:gd name="connsiteX22" fmla="*/ 78772 w 352425"/>
                <a:gd name="connsiteY22" fmla="*/ 209196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2425" h="419100">
                  <a:moveTo>
                    <a:pt x="7144" y="7171"/>
                  </a:moveTo>
                  <a:lnTo>
                    <a:pt x="188786" y="7171"/>
                  </a:lnTo>
                  <a:cubicBezTo>
                    <a:pt x="211939" y="6790"/>
                    <a:pt x="234982" y="10431"/>
                    <a:pt x="256889" y="17934"/>
                  </a:cubicBezTo>
                  <a:cubicBezTo>
                    <a:pt x="275324" y="24344"/>
                    <a:pt x="292201" y="34567"/>
                    <a:pt x="306419" y="47938"/>
                  </a:cubicBezTo>
                  <a:cubicBezTo>
                    <a:pt x="317253" y="59148"/>
                    <a:pt x="325766" y="72387"/>
                    <a:pt x="331470" y="86895"/>
                  </a:cubicBezTo>
                  <a:cubicBezTo>
                    <a:pt x="337403" y="102527"/>
                    <a:pt x="340343" y="119135"/>
                    <a:pt x="340138" y="135854"/>
                  </a:cubicBezTo>
                  <a:lnTo>
                    <a:pt x="340138" y="136997"/>
                  </a:lnTo>
                  <a:cubicBezTo>
                    <a:pt x="341579" y="166333"/>
                    <a:pt x="331921" y="195136"/>
                    <a:pt x="313087" y="217673"/>
                  </a:cubicBezTo>
                  <a:cubicBezTo>
                    <a:pt x="294505" y="238320"/>
                    <a:pt x="270363" y="253169"/>
                    <a:pt x="243554" y="260441"/>
                  </a:cubicBezTo>
                  <a:lnTo>
                    <a:pt x="353568" y="414650"/>
                  </a:lnTo>
                  <a:lnTo>
                    <a:pt x="268605" y="414650"/>
                  </a:lnTo>
                  <a:lnTo>
                    <a:pt x="168402" y="272823"/>
                  </a:lnTo>
                  <a:lnTo>
                    <a:pt x="78772" y="272823"/>
                  </a:lnTo>
                  <a:lnTo>
                    <a:pt x="78772" y="414841"/>
                  </a:lnTo>
                  <a:lnTo>
                    <a:pt x="7144" y="414841"/>
                  </a:lnTo>
                  <a:close/>
                  <a:moveTo>
                    <a:pt x="183547" y="209196"/>
                  </a:moveTo>
                  <a:cubicBezTo>
                    <a:pt x="205449" y="210374"/>
                    <a:pt x="227076" y="203873"/>
                    <a:pt x="244698" y="190813"/>
                  </a:cubicBezTo>
                  <a:cubicBezTo>
                    <a:pt x="259749" y="178802"/>
                    <a:pt x="268170" y="160332"/>
                    <a:pt x="267367" y="141093"/>
                  </a:cubicBezTo>
                  <a:lnTo>
                    <a:pt x="267367" y="139949"/>
                  </a:lnTo>
                  <a:cubicBezTo>
                    <a:pt x="268637" y="120559"/>
                    <a:pt x="260394" y="101763"/>
                    <a:pt x="245269" y="89562"/>
                  </a:cubicBezTo>
                  <a:cubicBezTo>
                    <a:pt x="226982" y="77093"/>
                    <a:pt x="205067" y="71061"/>
                    <a:pt x="182975" y="72417"/>
                  </a:cubicBezTo>
                  <a:lnTo>
                    <a:pt x="78772" y="72417"/>
                  </a:lnTo>
                  <a:lnTo>
                    <a:pt x="78772" y="209196"/>
                  </a:ln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7" name="Freeform: Shape 16">
              <a:extLst>
                <a:ext uri="{FF2B5EF4-FFF2-40B4-BE49-F238E27FC236}">
                  <a16:creationId xmlns:a16="http://schemas.microsoft.com/office/drawing/2014/main" id="{2F93CB37-9F90-4482-81C5-10C26B916690}"/>
                </a:ext>
              </a:extLst>
            </p:cNvPr>
            <p:cNvSpPr/>
            <p:nvPr/>
          </p:nvSpPr>
          <p:spPr>
            <a:xfrm>
              <a:off x="-3862578" y="5009827"/>
              <a:ext cx="323850" cy="428625"/>
            </a:xfrm>
            <a:custGeom>
              <a:avLst/>
              <a:gdLst>
                <a:gd name="connsiteX0" fmla="*/ 177165 w 323850"/>
                <a:gd name="connsiteY0" fmla="*/ 425606 h 428625"/>
                <a:gd name="connsiteX1" fmla="*/ 86963 w 323850"/>
                <a:gd name="connsiteY1" fmla="*/ 409605 h 428625"/>
                <a:gd name="connsiteX2" fmla="*/ 7144 w 323850"/>
                <a:gd name="connsiteY2" fmla="*/ 360455 h 428625"/>
                <a:gd name="connsiteX3" fmla="*/ 68199 w 323850"/>
                <a:gd name="connsiteY3" fmla="*/ 323784 h 428625"/>
                <a:gd name="connsiteX4" fmla="*/ 68866 w 323850"/>
                <a:gd name="connsiteY4" fmla="*/ 323784 h 428625"/>
                <a:gd name="connsiteX5" fmla="*/ 110490 w 323850"/>
                <a:gd name="connsiteY5" fmla="*/ 348263 h 428625"/>
                <a:gd name="connsiteX6" fmla="*/ 178879 w 323850"/>
                <a:gd name="connsiteY6" fmla="*/ 361980 h 428625"/>
                <a:gd name="connsiteX7" fmla="*/ 231648 w 323850"/>
                <a:gd name="connsiteY7" fmla="*/ 347692 h 428625"/>
                <a:gd name="connsiteX8" fmla="*/ 250698 w 323850"/>
                <a:gd name="connsiteY8" fmla="*/ 310735 h 428625"/>
                <a:gd name="connsiteX9" fmla="*/ 250698 w 323850"/>
                <a:gd name="connsiteY9" fmla="*/ 309592 h 428625"/>
                <a:gd name="connsiteX10" fmla="*/ 246983 w 323850"/>
                <a:gd name="connsiteY10" fmla="*/ 290066 h 428625"/>
                <a:gd name="connsiteX11" fmla="*/ 233077 w 323850"/>
                <a:gd name="connsiteY11" fmla="*/ 274349 h 428625"/>
                <a:gd name="connsiteX12" fmla="*/ 205073 w 323850"/>
                <a:gd name="connsiteY12" fmla="*/ 260348 h 428625"/>
                <a:gd name="connsiteX13" fmla="*/ 158877 w 323850"/>
                <a:gd name="connsiteY13" fmla="*/ 247584 h 428625"/>
                <a:gd name="connsiteX14" fmla="*/ 100965 w 323850"/>
                <a:gd name="connsiteY14" fmla="*/ 230439 h 428625"/>
                <a:gd name="connsiteX15" fmla="*/ 58388 w 323850"/>
                <a:gd name="connsiteY15" fmla="*/ 207103 h 428625"/>
                <a:gd name="connsiteX16" fmla="*/ 32194 w 323850"/>
                <a:gd name="connsiteY16" fmla="*/ 173670 h 428625"/>
                <a:gd name="connsiteX17" fmla="*/ 23241 w 323850"/>
                <a:gd name="connsiteY17" fmla="*/ 126045 h 428625"/>
                <a:gd name="connsiteX18" fmla="*/ 23241 w 323850"/>
                <a:gd name="connsiteY18" fmla="*/ 124902 h 428625"/>
                <a:gd name="connsiteX19" fmla="*/ 33719 w 323850"/>
                <a:gd name="connsiteY19" fmla="*/ 77277 h 428625"/>
                <a:gd name="connsiteX20" fmla="*/ 62294 w 323850"/>
                <a:gd name="connsiteY20" fmla="*/ 40034 h 428625"/>
                <a:gd name="connsiteX21" fmla="*/ 106299 w 323850"/>
                <a:gd name="connsiteY21" fmla="*/ 15841 h 428625"/>
                <a:gd name="connsiteX22" fmla="*/ 162116 w 323850"/>
                <a:gd name="connsiteY22" fmla="*/ 7173 h 428625"/>
                <a:gd name="connsiteX23" fmla="*/ 242792 w 323850"/>
                <a:gd name="connsiteY23" fmla="*/ 20222 h 428625"/>
                <a:gd name="connsiteX24" fmla="*/ 310039 w 323850"/>
                <a:gd name="connsiteY24" fmla="*/ 58322 h 428625"/>
                <a:gd name="connsiteX25" fmla="*/ 246983 w 323850"/>
                <a:gd name="connsiteY25" fmla="*/ 96422 h 428625"/>
                <a:gd name="connsiteX26" fmla="*/ 245459 w 323850"/>
                <a:gd name="connsiteY26" fmla="*/ 95660 h 428625"/>
                <a:gd name="connsiteX27" fmla="*/ 216313 w 323850"/>
                <a:gd name="connsiteY27" fmla="*/ 81563 h 428625"/>
                <a:gd name="connsiteX28" fmla="*/ 160973 w 323850"/>
                <a:gd name="connsiteY28" fmla="*/ 70800 h 428625"/>
                <a:gd name="connsiteX29" fmla="*/ 112109 w 323850"/>
                <a:gd name="connsiteY29" fmla="*/ 84707 h 428625"/>
                <a:gd name="connsiteX30" fmla="*/ 94583 w 323850"/>
                <a:gd name="connsiteY30" fmla="*/ 119092 h 428625"/>
                <a:gd name="connsiteX31" fmla="*/ 94583 w 323850"/>
                <a:gd name="connsiteY31" fmla="*/ 120235 h 428625"/>
                <a:gd name="connsiteX32" fmla="*/ 98679 w 323850"/>
                <a:gd name="connsiteY32" fmla="*/ 140904 h 428625"/>
                <a:gd name="connsiteX33" fmla="*/ 113824 w 323850"/>
                <a:gd name="connsiteY33" fmla="*/ 157192 h 428625"/>
                <a:gd name="connsiteX34" fmla="*/ 143542 w 323850"/>
                <a:gd name="connsiteY34" fmla="*/ 170908 h 428625"/>
                <a:gd name="connsiteX35" fmla="*/ 191834 w 323850"/>
                <a:gd name="connsiteY35" fmla="*/ 184338 h 428625"/>
                <a:gd name="connsiteX36" fmla="*/ 248317 w 323850"/>
                <a:gd name="connsiteY36" fmla="*/ 202340 h 428625"/>
                <a:gd name="connsiteX37" fmla="*/ 289369 w 323850"/>
                <a:gd name="connsiteY37" fmla="*/ 226534 h 428625"/>
                <a:gd name="connsiteX38" fmla="*/ 314039 w 323850"/>
                <a:gd name="connsiteY38" fmla="*/ 259681 h 428625"/>
                <a:gd name="connsiteX39" fmla="*/ 322231 w 323850"/>
                <a:gd name="connsiteY39" fmla="*/ 303591 h 428625"/>
                <a:gd name="connsiteX40" fmla="*/ 322231 w 323850"/>
                <a:gd name="connsiteY40" fmla="*/ 304829 h 428625"/>
                <a:gd name="connsiteX41" fmla="*/ 311467 w 323850"/>
                <a:gd name="connsiteY41" fmla="*/ 356074 h 428625"/>
                <a:gd name="connsiteX42" fmla="*/ 281464 w 323850"/>
                <a:gd name="connsiteY42" fmla="*/ 394174 h 428625"/>
                <a:gd name="connsiteX43" fmla="*/ 235934 w 323850"/>
                <a:gd name="connsiteY43" fmla="*/ 417224 h 428625"/>
                <a:gd name="connsiteX44" fmla="*/ 177165 w 323850"/>
                <a:gd name="connsiteY44" fmla="*/ 425606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23850" h="428625">
                  <a:moveTo>
                    <a:pt x="177165" y="425606"/>
                  </a:moveTo>
                  <a:cubicBezTo>
                    <a:pt x="146382" y="425714"/>
                    <a:pt x="115831" y="420294"/>
                    <a:pt x="86963" y="409605"/>
                  </a:cubicBezTo>
                  <a:cubicBezTo>
                    <a:pt x="57459" y="398476"/>
                    <a:pt x="30363" y="381791"/>
                    <a:pt x="7144" y="360455"/>
                  </a:cubicBezTo>
                  <a:lnTo>
                    <a:pt x="68199" y="323784"/>
                  </a:lnTo>
                  <a:cubicBezTo>
                    <a:pt x="68199" y="323784"/>
                    <a:pt x="68199" y="323784"/>
                    <a:pt x="68866" y="323784"/>
                  </a:cubicBezTo>
                  <a:cubicBezTo>
                    <a:pt x="81831" y="333400"/>
                    <a:pt x="95785" y="341606"/>
                    <a:pt x="110490" y="348263"/>
                  </a:cubicBezTo>
                  <a:cubicBezTo>
                    <a:pt x="132050" y="357652"/>
                    <a:pt x="155366" y="362328"/>
                    <a:pt x="178879" y="361980"/>
                  </a:cubicBezTo>
                  <a:cubicBezTo>
                    <a:pt x="197543" y="362973"/>
                    <a:pt x="216035" y="357966"/>
                    <a:pt x="231648" y="347692"/>
                  </a:cubicBezTo>
                  <a:cubicBezTo>
                    <a:pt x="243797" y="339350"/>
                    <a:pt x="250952" y="325470"/>
                    <a:pt x="250698" y="310735"/>
                  </a:cubicBezTo>
                  <a:lnTo>
                    <a:pt x="250698" y="309592"/>
                  </a:lnTo>
                  <a:cubicBezTo>
                    <a:pt x="250847" y="302894"/>
                    <a:pt x="249581" y="296241"/>
                    <a:pt x="246983" y="290066"/>
                  </a:cubicBezTo>
                  <a:cubicBezTo>
                    <a:pt x="243715" y="283760"/>
                    <a:pt x="238938" y="278361"/>
                    <a:pt x="233077" y="274349"/>
                  </a:cubicBezTo>
                  <a:cubicBezTo>
                    <a:pt x="224454" y="268378"/>
                    <a:pt x="215025" y="263663"/>
                    <a:pt x="205073" y="260348"/>
                  </a:cubicBezTo>
                  <a:cubicBezTo>
                    <a:pt x="189931" y="255214"/>
                    <a:pt x="174507" y="250952"/>
                    <a:pt x="158877" y="247584"/>
                  </a:cubicBezTo>
                  <a:cubicBezTo>
                    <a:pt x="139212" y="243167"/>
                    <a:pt x="119865" y="237439"/>
                    <a:pt x="100965" y="230439"/>
                  </a:cubicBezTo>
                  <a:cubicBezTo>
                    <a:pt x="85654" y="224903"/>
                    <a:pt x="71292" y="217031"/>
                    <a:pt x="58388" y="207103"/>
                  </a:cubicBezTo>
                  <a:cubicBezTo>
                    <a:pt x="47128" y="198195"/>
                    <a:pt x="38150" y="186735"/>
                    <a:pt x="32194" y="173670"/>
                  </a:cubicBezTo>
                  <a:cubicBezTo>
                    <a:pt x="25866" y="158610"/>
                    <a:pt x="22814" y="142376"/>
                    <a:pt x="23241" y="126045"/>
                  </a:cubicBezTo>
                  <a:lnTo>
                    <a:pt x="23241" y="124902"/>
                  </a:lnTo>
                  <a:cubicBezTo>
                    <a:pt x="23084" y="108439"/>
                    <a:pt x="26667" y="92155"/>
                    <a:pt x="33719" y="77277"/>
                  </a:cubicBezTo>
                  <a:cubicBezTo>
                    <a:pt x="40464" y="62958"/>
                    <a:pt x="50209" y="50257"/>
                    <a:pt x="62294" y="40034"/>
                  </a:cubicBezTo>
                  <a:cubicBezTo>
                    <a:pt x="75311" y="29275"/>
                    <a:pt x="90240" y="21067"/>
                    <a:pt x="106299" y="15841"/>
                  </a:cubicBezTo>
                  <a:cubicBezTo>
                    <a:pt x="124297" y="9886"/>
                    <a:pt x="143159" y="6957"/>
                    <a:pt x="162116" y="7173"/>
                  </a:cubicBezTo>
                  <a:cubicBezTo>
                    <a:pt x="189566" y="6737"/>
                    <a:pt x="216878" y="11155"/>
                    <a:pt x="242792" y="20222"/>
                  </a:cubicBezTo>
                  <a:cubicBezTo>
                    <a:pt x="267106" y="29234"/>
                    <a:pt x="289812" y="42098"/>
                    <a:pt x="310039" y="58322"/>
                  </a:cubicBezTo>
                  <a:lnTo>
                    <a:pt x="246983" y="96422"/>
                  </a:lnTo>
                  <a:lnTo>
                    <a:pt x="245459" y="95660"/>
                  </a:lnTo>
                  <a:cubicBezTo>
                    <a:pt x="236093" y="90271"/>
                    <a:pt x="226353" y="85560"/>
                    <a:pt x="216313" y="81563"/>
                  </a:cubicBezTo>
                  <a:cubicBezTo>
                    <a:pt x="198720" y="74484"/>
                    <a:pt x="179936" y="70831"/>
                    <a:pt x="160973" y="70800"/>
                  </a:cubicBezTo>
                  <a:cubicBezTo>
                    <a:pt x="143578" y="69748"/>
                    <a:pt x="126344" y="74653"/>
                    <a:pt x="112109" y="84707"/>
                  </a:cubicBezTo>
                  <a:cubicBezTo>
                    <a:pt x="101085" y="92690"/>
                    <a:pt x="94566" y="105481"/>
                    <a:pt x="94583" y="119092"/>
                  </a:cubicBezTo>
                  <a:lnTo>
                    <a:pt x="94583" y="120235"/>
                  </a:lnTo>
                  <a:cubicBezTo>
                    <a:pt x="94474" y="127337"/>
                    <a:pt x="95870" y="134381"/>
                    <a:pt x="98679" y="140904"/>
                  </a:cubicBezTo>
                  <a:cubicBezTo>
                    <a:pt x="102108" y="147641"/>
                    <a:pt x="107354" y="153283"/>
                    <a:pt x="113824" y="157192"/>
                  </a:cubicBezTo>
                  <a:cubicBezTo>
                    <a:pt x="123126" y="162973"/>
                    <a:pt x="133108" y="167580"/>
                    <a:pt x="143542" y="170908"/>
                  </a:cubicBezTo>
                  <a:cubicBezTo>
                    <a:pt x="155924" y="175162"/>
                    <a:pt x="172021" y="179639"/>
                    <a:pt x="191834" y="184338"/>
                  </a:cubicBezTo>
                  <a:cubicBezTo>
                    <a:pt x="211040" y="189079"/>
                    <a:pt x="229909" y="195093"/>
                    <a:pt x="248317" y="202340"/>
                  </a:cubicBezTo>
                  <a:cubicBezTo>
                    <a:pt x="263233" y="208104"/>
                    <a:pt x="277101" y="216277"/>
                    <a:pt x="289369" y="226534"/>
                  </a:cubicBezTo>
                  <a:cubicBezTo>
                    <a:pt x="300024" y="235547"/>
                    <a:pt x="308464" y="246887"/>
                    <a:pt x="314039" y="259681"/>
                  </a:cubicBezTo>
                  <a:cubicBezTo>
                    <a:pt x="319741" y="273604"/>
                    <a:pt x="322529" y="288548"/>
                    <a:pt x="322231" y="303591"/>
                  </a:cubicBezTo>
                  <a:lnTo>
                    <a:pt x="322231" y="304829"/>
                  </a:lnTo>
                  <a:cubicBezTo>
                    <a:pt x="322497" y="322498"/>
                    <a:pt x="318820" y="340005"/>
                    <a:pt x="311467" y="356074"/>
                  </a:cubicBezTo>
                  <a:cubicBezTo>
                    <a:pt x="304408" y="370837"/>
                    <a:pt x="294161" y="383850"/>
                    <a:pt x="281464" y="394174"/>
                  </a:cubicBezTo>
                  <a:cubicBezTo>
                    <a:pt x="267913" y="404717"/>
                    <a:pt x="252453" y="412544"/>
                    <a:pt x="235934" y="417224"/>
                  </a:cubicBezTo>
                  <a:cubicBezTo>
                    <a:pt x="216857" y="422865"/>
                    <a:pt x="197058" y="425688"/>
                    <a:pt x="177165" y="425606"/>
                  </a:cubicBez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grpSp>
      <p:grpSp>
        <p:nvGrpSpPr>
          <p:cNvPr id="2" name="Group 1">
            <a:extLst>
              <a:ext uri="{FF2B5EF4-FFF2-40B4-BE49-F238E27FC236}">
                <a16:creationId xmlns:a16="http://schemas.microsoft.com/office/drawing/2014/main" id="{D79AB743-22E3-4CAA-BED0-6EAB007C6F88}"/>
              </a:ext>
            </a:extLst>
          </p:cNvPr>
          <p:cNvGrpSpPr/>
          <p:nvPr userDrawn="1"/>
        </p:nvGrpSpPr>
        <p:grpSpPr>
          <a:xfrm>
            <a:off x="5250180" y="4888006"/>
            <a:ext cx="1691640" cy="425104"/>
            <a:chOff x="7641302" y="5435575"/>
            <a:chExt cx="1691640" cy="425104"/>
          </a:xfrm>
        </p:grpSpPr>
        <p:sp>
          <p:nvSpPr>
            <p:cNvPr id="19" name="Rectangle: Rounded Corners 18">
              <a:extLst>
                <a:ext uri="{FF2B5EF4-FFF2-40B4-BE49-F238E27FC236}">
                  <a16:creationId xmlns:a16="http://schemas.microsoft.com/office/drawing/2014/main" id="{0FAAD364-CC01-4DB6-9EDD-DFE1AB2147CA}"/>
                </a:ext>
              </a:extLst>
            </p:cNvPr>
            <p:cNvSpPr/>
            <p:nvPr/>
          </p:nvSpPr>
          <p:spPr>
            <a:xfrm>
              <a:off x="7641302" y="5435575"/>
              <a:ext cx="1691640" cy="425104"/>
            </a:xfrm>
            <a:prstGeom prst="roundRect">
              <a:avLst>
                <a:gd name="adj" fmla="val 0"/>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lIns="0" tIns="0" rIns="252000" bIns="0" rtlCol="0" anchor="ctr"/>
            <a:lstStyle/>
            <a:p>
              <a:pPr algn="ctr"/>
              <a:r>
                <a:rPr lang="fr-FR" sz="1100" b="0" i="0" spc="100" baseline="0" dirty="0">
                  <a:solidFill>
                    <a:schemeClr val="bg1"/>
                  </a:solidFill>
                  <a:latin typeface="Helvetica Neue Moyen" charset="0"/>
                </a:rPr>
                <a:t>VISIT US</a:t>
              </a:r>
            </a:p>
          </p:txBody>
        </p:sp>
        <p:sp>
          <p:nvSpPr>
            <p:cNvPr id="21" name="Graphic 30">
              <a:extLst>
                <a:ext uri="{FF2B5EF4-FFF2-40B4-BE49-F238E27FC236}">
                  <a16:creationId xmlns:a16="http://schemas.microsoft.com/office/drawing/2014/main" id="{DA2EB7B7-D6F7-4C8F-93B8-20234A9EE0BB}"/>
                </a:ext>
              </a:extLst>
            </p:cNvPr>
            <p:cNvSpPr/>
            <p:nvPr/>
          </p:nvSpPr>
          <p:spPr>
            <a:xfrm>
              <a:off x="8943182" y="5579170"/>
              <a:ext cx="79476" cy="137914"/>
            </a:xfrm>
            <a:custGeom>
              <a:avLst/>
              <a:gdLst>
                <a:gd name="connsiteX0" fmla="*/ 33604 w 323850"/>
                <a:gd name="connsiteY0" fmla="*/ 558660 h 561975"/>
                <a:gd name="connsiteX1" fmla="*/ 7144 w 323850"/>
                <a:gd name="connsiteY1" fmla="*/ 531257 h 561975"/>
                <a:gd name="connsiteX2" fmla="*/ 268910 w 323850"/>
                <a:gd name="connsiteY2" fmla="*/ 278511 h 561975"/>
                <a:gd name="connsiteX3" fmla="*/ 7391 w 323850"/>
                <a:gd name="connsiteY3" fmla="*/ 35033 h 561975"/>
                <a:gd name="connsiteX4" fmla="*/ 33357 w 323850"/>
                <a:gd name="connsiteY4" fmla="*/ 7144 h 561975"/>
                <a:gd name="connsiteX5" fmla="*/ 324288 w 323850"/>
                <a:gd name="connsiteY5" fmla="*/ 278016 h 561975"/>
                <a:gd name="connsiteX6" fmla="*/ 33604 w 323850"/>
                <a:gd name="connsiteY6" fmla="*/ 558660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3850" h="561975">
                  <a:moveTo>
                    <a:pt x="33604" y="558660"/>
                  </a:moveTo>
                  <a:lnTo>
                    <a:pt x="7144" y="531257"/>
                  </a:lnTo>
                  <a:lnTo>
                    <a:pt x="268910" y="278511"/>
                  </a:lnTo>
                  <a:lnTo>
                    <a:pt x="7391" y="35033"/>
                  </a:lnTo>
                  <a:lnTo>
                    <a:pt x="33357" y="7144"/>
                  </a:lnTo>
                  <a:lnTo>
                    <a:pt x="324288" y="278016"/>
                  </a:lnTo>
                  <a:lnTo>
                    <a:pt x="33604" y="558660"/>
                  </a:lnTo>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grpSp>
      <p:sp>
        <p:nvSpPr>
          <p:cNvPr id="22" name="Rectangle 21">
            <a:hlinkClick r:id="rId5"/>
            <a:extLst>
              <a:ext uri="{FF2B5EF4-FFF2-40B4-BE49-F238E27FC236}">
                <a16:creationId xmlns:a16="http://schemas.microsoft.com/office/drawing/2014/main" id="{AB89052F-50A1-4BC9-8E02-36EC129B12F8}"/>
              </a:ext>
            </a:extLst>
          </p:cNvPr>
          <p:cNvSpPr/>
          <p:nvPr userDrawn="1"/>
        </p:nvSpPr>
        <p:spPr>
          <a:xfrm>
            <a:off x="5207000" y="4845050"/>
            <a:ext cx="1778000" cy="511018"/>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0" i="0" dirty="0">
              <a:latin typeface="Helvetica Neue Normal" charset="0"/>
            </a:endParaRPr>
          </a:p>
        </p:txBody>
      </p:sp>
      <p:sp>
        <p:nvSpPr>
          <p:cNvPr id="23" name="Rectangle 22">
            <a:extLst>
              <a:ext uri="{FF2B5EF4-FFF2-40B4-BE49-F238E27FC236}">
                <a16:creationId xmlns:a16="http://schemas.microsoft.com/office/drawing/2014/main" id="{2D9C42D9-6359-4049-8072-3AD80D3A28AC}"/>
              </a:ext>
            </a:extLst>
          </p:cNvPr>
          <p:cNvSpPr/>
          <p:nvPr userDrawn="1"/>
        </p:nvSpPr>
        <p:spPr>
          <a:xfrm>
            <a:off x="6345600" y="3253351"/>
            <a:ext cx="231315" cy="286232"/>
          </a:xfrm>
          <a:prstGeom prst="rect">
            <a:avLst/>
          </a:prstGeom>
          <a:noFill/>
        </p:spPr>
        <p:txBody>
          <a:bodyPr wrap="square" lIns="0" rIns="0" rtlCol="0" anchor="ctr">
            <a:spAutoFit/>
          </a:bodyPr>
          <a:lstStyle/>
          <a:p>
            <a:pPr algn="just">
              <a:lnSpc>
                <a:spcPct val="140000"/>
              </a:lnSpc>
              <a:spcAft>
                <a:spcPts val="600"/>
              </a:spcAft>
            </a:pPr>
            <a:r>
              <a:rPr lang="fr-FR" sz="900" b="0" i="0" dirty="0">
                <a:solidFill>
                  <a:schemeClr val="bg1"/>
                </a:solidFill>
                <a:latin typeface="Helvetica Neue Fin" charset="0"/>
                <a:cs typeface="Helvetica Neue Fin" charset="0"/>
              </a:rPr>
              <a:t>by</a:t>
            </a:r>
          </a:p>
        </p:txBody>
      </p:sp>
    </p:spTree>
    <p:extLst>
      <p:ext uri="{BB962C8B-B14F-4D97-AF65-F5344CB8AC3E}">
        <p14:creationId xmlns:p14="http://schemas.microsoft.com/office/powerpoint/2010/main" val="872594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9" Type="http://schemas.openxmlformats.org/officeDocument/2006/relationships/slideLayout" Target="../slideLayouts/slideLayout55.xml"/><Relationship Id="rId21" Type="http://schemas.openxmlformats.org/officeDocument/2006/relationships/slideLayout" Target="../slideLayouts/slideLayout37.xml"/><Relationship Id="rId34" Type="http://schemas.openxmlformats.org/officeDocument/2006/relationships/slideLayout" Target="../slideLayouts/slideLayout50.xml"/><Relationship Id="rId42" Type="http://schemas.openxmlformats.org/officeDocument/2006/relationships/slideLayout" Target="../slideLayouts/slideLayout58.xml"/><Relationship Id="rId47" Type="http://schemas.openxmlformats.org/officeDocument/2006/relationships/slideLayout" Target="../slideLayouts/slideLayout63.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9" Type="http://schemas.openxmlformats.org/officeDocument/2006/relationships/slideLayout" Target="../slideLayouts/slideLayout45.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slideLayout" Target="../slideLayouts/slideLayout48.xml"/><Relationship Id="rId37" Type="http://schemas.openxmlformats.org/officeDocument/2006/relationships/slideLayout" Target="../slideLayouts/slideLayout53.xml"/><Relationship Id="rId40" Type="http://schemas.openxmlformats.org/officeDocument/2006/relationships/slideLayout" Target="../slideLayouts/slideLayout56.xml"/><Relationship Id="rId45" Type="http://schemas.openxmlformats.org/officeDocument/2006/relationships/slideLayout" Target="../slideLayouts/slideLayout61.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36" Type="http://schemas.openxmlformats.org/officeDocument/2006/relationships/slideLayout" Target="../slideLayouts/slideLayout52.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31" Type="http://schemas.openxmlformats.org/officeDocument/2006/relationships/slideLayout" Target="../slideLayouts/slideLayout47.xml"/><Relationship Id="rId44" Type="http://schemas.openxmlformats.org/officeDocument/2006/relationships/slideLayout" Target="../slideLayouts/slideLayout60.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35" Type="http://schemas.openxmlformats.org/officeDocument/2006/relationships/slideLayout" Target="../slideLayouts/slideLayout51.xml"/><Relationship Id="rId43" Type="http://schemas.openxmlformats.org/officeDocument/2006/relationships/slideLayout" Target="../slideLayouts/slideLayout59.xml"/><Relationship Id="rId48" Type="http://schemas.openxmlformats.org/officeDocument/2006/relationships/theme" Target="../theme/theme3.xml"/><Relationship Id="rId8" Type="http://schemas.openxmlformats.org/officeDocument/2006/relationships/slideLayout" Target="../slideLayouts/slideLayout24.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38" Type="http://schemas.openxmlformats.org/officeDocument/2006/relationships/slideLayout" Target="../slideLayouts/slideLayout54.xml"/><Relationship Id="rId46" Type="http://schemas.openxmlformats.org/officeDocument/2006/relationships/slideLayout" Target="../slideLayouts/slideLayout62.xml"/><Relationship Id="rId20" Type="http://schemas.openxmlformats.org/officeDocument/2006/relationships/slideLayout" Target="../slideLayouts/slideLayout36.xml"/><Relationship Id="rId41"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18954BB-E5E6-9042-AB8A-C154832F86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4DF36C3-3792-1242-A43D-0B35EABACA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C95C0FB-58F2-B142-A363-F5BB86352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4A817A-2ABF-6545-9497-CC28156BD2C2}" type="datetimeFigureOut">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71843EB9-1028-5340-8C2C-7FF386FB8C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0E49485E-BB4A-F741-ABF8-720E4AA86C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1837212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Medium" panose="020B0600000000000000" pitchFamily="34" charset="-122"/>
              </a:defRPr>
            </a:lvl1pPr>
          </a:lstStyle>
          <a:p>
            <a:fld id="{830C1C0D-9156-4A08-8AC9-3C7751C87F77}" type="datetimeFigureOut">
              <a:rPr lang="zh-CN" altLang="en-US" smtClean="0">
                <a:solidFill>
                  <a:srgbClr val="2E2E2E">
                    <a:tint val="75000"/>
                  </a:srgbClr>
                </a:solidFill>
              </a:rPr>
              <a:pPr/>
              <a:t>2024/3/1</a:t>
            </a:fld>
            <a:endParaRPr lang="zh-CN" altLang="en-US" dirty="0">
              <a:solidFill>
                <a:srgbClr val="2E2E2E">
                  <a:tint val="75000"/>
                </a:srgb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Medium" panose="020B0600000000000000" pitchFamily="34" charset="-122"/>
              </a:defRPr>
            </a:lvl1pPr>
          </a:lstStyle>
          <a:p>
            <a:endParaRPr lang="zh-CN" altLang="en-US" dirty="0">
              <a:solidFill>
                <a:srgbClr val="2E2E2E">
                  <a:tint val="75000"/>
                </a:srgb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Medium" panose="020B0600000000000000" pitchFamily="34" charset="-122"/>
              </a:defRPr>
            </a:lvl1pPr>
          </a:lstStyle>
          <a:p>
            <a:fld id="{E4A0E596-B858-4790-B5F1-C4278122C712}" type="slidenum">
              <a:rPr lang="zh-CN" altLang="en-US" smtClean="0">
                <a:solidFill>
                  <a:srgbClr val="2E2E2E">
                    <a:tint val="75000"/>
                  </a:srgbClr>
                </a:solidFill>
              </a:rPr>
              <a:pPr/>
              <a:t>‹#›</a:t>
            </a:fld>
            <a:endParaRPr lang="zh-CN" altLang="en-US" dirty="0">
              <a:solidFill>
                <a:srgbClr val="2E2E2E">
                  <a:tint val="75000"/>
                </a:srgbClr>
              </a:solidFill>
            </a:endParaRPr>
          </a:p>
        </p:txBody>
      </p:sp>
    </p:spTree>
    <p:extLst>
      <p:ext uri="{BB962C8B-B14F-4D97-AF65-F5344CB8AC3E}">
        <p14:creationId xmlns:p14="http://schemas.microsoft.com/office/powerpoint/2010/main" val="549801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微软雅黑 Light" panose="020B0502040204020203"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Medium" panose="020B06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Medium" panose="020B06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Medium" panose="020B06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Medium" panose="020B06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Medium" panose="020B06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C0C2059-8C38-4CB4-80C3-6F18F2A8F4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Modifier les styles du texte du masque</a:t>
            </a:r>
          </a:p>
          <a:p>
            <a:pPr lvl="1"/>
            <a:r>
              <a:rPr lang="fr-FR" dirty="0"/>
              <a:t>Deuxième niveau</a:t>
            </a:r>
          </a:p>
          <a:p>
            <a:pPr lvl="2"/>
            <a:r>
              <a:rPr lang="fr-FR" dirty="0"/>
              <a:t>Troisième niveau</a:t>
            </a:r>
          </a:p>
        </p:txBody>
      </p:sp>
    </p:spTree>
    <p:extLst>
      <p:ext uri="{BB962C8B-B14F-4D97-AF65-F5344CB8AC3E}">
        <p14:creationId xmlns:p14="http://schemas.microsoft.com/office/powerpoint/2010/main" val="210520878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 id="2147483695" r:id="rId29"/>
    <p:sldLayoutId id="2147483696" r:id="rId30"/>
    <p:sldLayoutId id="2147483697" r:id="rId31"/>
    <p:sldLayoutId id="2147483698" r:id="rId32"/>
    <p:sldLayoutId id="2147483699" r:id="rId33"/>
    <p:sldLayoutId id="2147483700" r:id="rId34"/>
    <p:sldLayoutId id="2147483701" r:id="rId35"/>
    <p:sldLayoutId id="2147483702" r:id="rId36"/>
    <p:sldLayoutId id="2147483703" r:id="rId37"/>
    <p:sldLayoutId id="2147483704" r:id="rId38"/>
    <p:sldLayoutId id="2147483705" r:id="rId39"/>
    <p:sldLayoutId id="2147483706" r:id="rId40"/>
    <p:sldLayoutId id="2147483707" r:id="rId41"/>
    <p:sldLayoutId id="2147483708" r:id="rId42"/>
    <p:sldLayoutId id="2147483709" r:id="rId43"/>
    <p:sldLayoutId id="2147483710" r:id="rId44"/>
    <p:sldLayoutId id="2147483711" r:id="rId45"/>
    <p:sldLayoutId id="2147483712" r:id="rId46"/>
    <p:sldLayoutId id="2147483713" r:id="rId4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36000" indent="-228600" algn="l" defTabSz="914400" rtl="0" eaLnBrk="1" latinLnBrk="0" hangingPunct="1">
        <a:lnSpc>
          <a:spcPct val="110000"/>
        </a:lnSpc>
        <a:spcBef>
          <a:spcPts val="0"/>
        </a:spcBef>
        <a:spcAft>
          <a:spcPts val="600"/>
        </a:spcAft>
        <a:buFont typeface="Arial" panose="020B0604020202020204" pitchFamily="34" charset="0"/>
        <a:buChar char="•"/>
        <a:defRPr kumimoji="0" lang="fr-FR" sz="3600" b="0" i="0" u="none" strike="noStrike" kern="1200" cap="none" spc="0" normalizeH="0" baseline="0" dirty="0" smtClean="0">
          <a:ln>
            <a:noFill/>
          </a:ln>
          <a:solidFill>
            <a:schemeClr val="accent1"/>
          </a:solidFill>
          <a:effectLst/>
          <a:uLnTx/>
          <a:uFillTx/>
          <a:latin typeface="Helvetica Neue Moyen" charset="0"/>
          <a:ea typeface="+mn-ea"/>
          <a:cs typeface="Helvetica Neue Moyen" charset="0"/>
        </a:defRPr>
      </a:lvl1pPr>
      <a:lvl2pPr marL="36000" indent="-2286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kumimoji="0" lang="fr-FR" sz="2000" b="0" i="0" u="none" strike="noStrike" kern="1200" cap="none" spc="0" normalizeH="0" baseline="0" dirty="0" smtClean="0">
          <a:ln>
            <a:noFill/>
          </a:ln>
          <a:solidFill>
            <a:schemeClr val="tx1"/>
          </a:solidFill>
          <a:effectLst/>
          <a:uLnTx/>
          <a:uFillTx/>
          <a:latin typeface="Helvetica Neue Moyen" charset="0"/>
          <a:ea typeface="+mn-ea"/>
          <a:cs typeface="Helvetica Neue Moyen" charset="0"/>
        </a:defRPr>
      </a:lvl2pPr>
      <a:lvl3pPr marL="36000" indent="-228600" algn="l" defTabSz="914400" rtl="0" eaLnBrk="1" latinLnBrk="0" hangingPunct="1">
        <a:lnSpc>
          <a:spcPct val="150000"/>
        </a:lnSpc>
        <a:spcBef>
          <a:spcPts val="0"/>
        </a:spcBef>
        <a:spcAft>
          <a:spcPts val="600"/>
        </a:spcAft>
        <a:buFont typeface="Arial" panose="020B0604020202020204" pitchFamily="34" charset="0"/>
        <a:buChar char="•"/>
        <a:defRPr lang="fr-FR" sz="1200" b="0" i="0" kern="1200" dirty="0" smtClean="0">
          <a:solidFill>
            <a:schemeClr val="tx1"/>
          </a:solidFill>
          <a:latin typeface="Helvetica Neue Normal" charset="0"/>
          <a:ea typeface="+mn-ea"/>
          <a:cs typeface="Helvetica Neue Normal"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47D0034-6CF2-E842-AEE9-656D45313540}"/>
              </a:ext>
            </a:extLst>
          </p:cNvPr>
          <p:cNvPicPr>
            <a:picLocks noChangeAspect="1"/>
          </p:cNvPicPr>
          <p:nvPr/>
        </p:nvPicPr>
        <p:blipFill>
          <a:blip r:embed="rId2"/>
          <a:stretch>
            <a:fillRect/>
          </a:stretch>
        </p:blipFill>
        <p:spPr>
          <a:xfrm>
            <a:off x="0" y="0"/>
            <a:ext cx="12192000" cy="6858000"/>
          </a:xfrm>
          <a:prstGeom prst="rect">
            <a:avLst/>
          </a:prstGeom>
        </p:spPr>
      </p:pic>
      <p:sp>
        <p:nvSpPr>
          <p:cNvPr id="3" name="矩形 2"/>
          <p:cNvSpPr/>
          <p:nvPr/>
        </p:nvSpPr>
        <p:spPr>
          <a:xfrm>
            <a:off x="-9331" y="13524"/>
            <a:ext cx="12192000" cy="6858000"/>
          </a:xfrm>
          <a:prstGeom prst="rect">
            <a:avLst/>
          </a:prstGeom>
          <a:gradFill flip="none" rotWithShape="1">
            <a:gsLst>
              <a:gs pos="20000">
                <a:srgbClr val="0F6FC6"/>
              </a:gs>
              <a:gs pos="86000">
                <a:srgbClr val="0F6FC6">
                  <a:alpha val="0"/>
                </a:srgb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思源黑体 CN Light"/>
              <a:ea typeface="思源黑体 CN Light"/>
              <a:cs typeface="+mn-cs"/>
            </a:endParaRPr>
          </a:p>
        </p:txBody>
      </p:sp>
      <p:sp>
        <p:nvSpPr>
          <p:cNvPr id="10" name="文本框 9"/>
          <p:cNvSpPr txBox="1"/>
          <p:nvPr/>
        </p:nvSpPr>
        <p:spPr>
          <a:xfrm>
            <a:off x="486568" y="2542101"/>
            <a:ext cx="9818411" cy="769441"/>
          </a:xfrm>
          <a:prstGeom prst="rect">
            <a:avLst/>
          </a:prstGeom>
          <a:noFill/>
        </p:spPr>
        <p:txBody>
          <a:bodyPr wrap="square" rtlCol="0">
            <a:spAutoFit/>
          </a:bodyPr>
          <a:lstStyle/>
          <a:p>
            <a:pPr>
              <a:lnSpc>
                <a:spcPct val="100000"/>
              </a:lnSpc>
              <a:defRPr/>
            </a:pPr>
            <a:r>
              <a:rPr lang="zh-CN" altLang="en-US" sz="4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海外</a:t>
            </a:r>
            <a:r>
              <a:rPr lang="en-US" altLang="zh-CN" sz="4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CM</a:t>
            </a:r>
            <a:r>
              <a:rPr lang="zh-CN" altLang="en-US" sz="4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管理者评测反馈报告</a:t>
            </a:r>
            <a:endParaRPr kumimoji="0" lang="zh-CN" altLang="en-US" sz="4400" u="none" strike="noStrike" kern="1200" cap="none" spc="700" normalizeH="0" baseline="0" noProof="0" dirty="0">
              <a:ln>
                <a:noFill/>
              </a:ln>
              <a:solidFill>
                <a:prstClr val="white"/>
              </a:solidFill>
              <a:effectLst>
                <a:outerShdw blurRad="38100" dist="38100" dir="2700000" algn="tl">
                  <a:srgbClr val="000000">
                    <a:alpha val="10000"/>
                  </a:srgbClr>
                </a:outerShdw>
              </a:effectLst>
              <a:uLnTx/>
              <a:uFillTx/>
              <a:latin typeface="Source Han Sans CN Bold" panose="020B0500000000000000" pitchFamily="34" charset="-128"/>
              <a:ea typeface="Source Han Sans CN Bold" panose="020B0500000000000000" pitchFamily="34" charset="-128"/>
            </a:endParaRPr>
          </a:p>
        </p:txBody>
      </p:sp>
      <p:sp>
        <p:nvSpPr>
          <p:cNvPr id="11" name="文本框 10"/>
          <p:cNvSpPr txBox="1"/>
          <p:nvPr/>
        </p:nvSpPr>
        <p:spPr>
          <a:xfrm>
            <a:off x="515145" y="3356077"/>
            <a:ext cx="3348038" cy="400110"/>
          </a:xfrm>
          <a:prstGeom prst="rect">
            <a:avLst/>
          </a:prstGeom>
          <a:noFill/>
        </p:spPr>
        <p:txBody>
          <a:bodyPr wrap="square" rtlCol="0">
            <a:spAutoFit/>
          </a:bodyPr>
          <a:lstStyle/>
          <a:p>
            <a:pPr lvl="0">
              <a:defRPr/>
            </a:pPr>
            <a:r>
              <a:rPr lang="zh-CN" altLang="en-US" sz="2000" b="1" spc="200" dirty="0">
                <a:solidFill>
                  <a:prstClr val="white"/>
                </a:solidFill>
                <a:latin typeface="Source Han Sans CN Bold" panose="020B0500000000000000" pitchFamily="34" charset="-128"/>
                <a:ea typeface="Source Han Sans CN Bold" panose="020B0500000000000000" pitchFamily="34" charset="-128"/>
                <a:cs typeface="Segoe UI Light" panose="020B0502040204020203" pitchFamily="34" charset="0"/>
              </a:rPr>
              <a:t>谢爱帅 </a:t>
            </a:r>
            <a:r>
              <a:rPr lang="en" altLang="zh-CN" sz="2000" b="1" spc="200" dirty="0">
                <a:solidFill>
                  <a:prstClr val="white"/>
                </a:solidFill>
                <a:latin typeface="Source Han Sans CN Bold" panose="020B0500000000000000" pitchFamily="34" charset="-128"/>
                <a:ea typeface="Source Han Sans CN Bold" panose="020B0500000000000000" pitchFamily="34" charset="-128"/>
                <a:cs typeface="Segoe UI Light" panose="020B0502040204020203" pitchFamily="34" charset="0"/>
              </a:rPr>
              <a:t>Andy</a:t>
            </a:r>
          </a:p>
        </p:txBody>
      </p:sp>
      <p:cxnSp>
        <p:nvCxnSpPr>
          <p:cNvPr id="12" name="直接连接符 11"/>
          <p:cNvCxnSpPr/>
          <p:nvPr/>
        </p:nvCxnSpPr>
        <p:spPr>
          <a:xfrm>
            <a:off x="601663" y="3889735"/>
            <a:ext cx="56673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515934" y="2098571"/>
            <a:ext cx="4672515" cy="584775"/>
          </a:xfrm>
          <a:prstGeom prst="rect">
            <a:avLst/>
          </a:prstGeom>
          <a:noFill/>
        </p:spPr>
        <p:txBody>
          <a:bodyPr wrap="square" rtlCol="0">
            <a:spAutoFit/>
          </a:bodyPr>
          <a:lstStyle/>
          <a:p>
            <a:pPr>
              <a:lnSpc>
                <a:spcPct val="100000"/>
              </a:lnSpc>
              <a:defRPr/>
            </a:pPr>
            <a:r>
              <a:rPr lang="en-US" altLang="zh-CN" sz="32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2023</a:t>
            </a:r>
            <a:r>
              <a:rPr lang="zh-CN" altLang="en-US" sz="32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年度</a:t>
            </a:r>
            <a:endParaRPr lang="en-US" altLang="zh-CN" sz="32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endParaRPr>
          </a:p>
        </p:txBody>
      </p:sp>
      <p:sp>
        <p:nvSpPr>
          <p:cNvPr id="5" name="副标题 2">
            <a:extLst>
              <a:ext uri="{FF2B5EF4-FFF2-40B4-BE49-F238E27FC236}">
                <a16:creationId xmlns:a16="http://schemas.microsoft.com/office/drawing/2014/main" id="{DE572894-6A69-8F82-9166-7063D23A1991}"/>
              </a:ext>
            </a:extLst>
          </p:cNvPr>
          <p:cNvSpPr txBox="1">
            <a:spLocks/>
          </p:cNvSpPr>
          <p:nvPr/>
        </p:nvSpPr>
        <p:spPr>
          <a:xfrm>
            <a:off x="614498" y="4755163"/>
            <a:ext cx="3972646" cy="757774"/>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spc="200" baseline="0">
                <a:solidFill>
                  <a:schemeClr val="tx1">
                    <a:lumMod val="85000"/>
                    <a:lumOff val="1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rPr>
              <a:t>2024. 2</a:t>
            </a:r>
            <a:endParaRPr kumimoji="0" lang="zh-CN" altLang="en-US"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endParaRPr>
          </a:p>
        </p:txBody>
      </p:sp>
      <p:pic>
        <p:nvPicPr>
          <p:cNvPr id="4" name="图片 3">
            <a:extLst>
              <a:ext uri="{FF2B5EF4-FFF2-40B4-BE49-F238E27FC236}">
                <a16:creationId xmlns:a16="http://schemas.microsoft.com/office/drawing/2014/main" id="{E8D2E1E5-5783-933E-5333-1FBB97415652}"/>
              </a:ext>
            </a:extLst>
          </p:cNvPr>
          <p:cNvPicPr>
            <a:picLocks noChangeAspect="1"/>
          </p:cNvPicPr>
          <p:nvPr/>
        </p:nvPicPr>
        <p:blipFill>
          <a:blip r:embed="rId3"/>
          <a:stretch>
            <a:fillRect/>
          </a:stretch>
        </p:blipFill>
        <p:spPr>
          <a:xfrm>
            <a:off x="526865" y="1545244"/>
            <a:ext cx="2764279" cy="518302"/>
          </a:xfrm>
          <a:prstGeom prst="rect">
            <a:avLst/>
          </a:prstGeom>
        </p:spPr>
      </p:pic>
    </p:spTree>
    <p:extLst>
      <p:ext uri="{BB962C8B-B14F-4D97-AF65-F5344CB8AC3E}">
        <p14:creationId xmlns:p14="http://schemas.microsoft.com/office/powerpoint/2010/main" val="2710122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CB7E8276-D9BB-4FDF-9876-59152DCB95A8}"/>
              </a:ext>
            </a:extLst>
          </p:cNvPr>
          <p:cNvGrpSpPr/>
          <p:nvPr/>
        </p:nvGrpSpPr>
        <p:grpSpPr>
          <a:xfrm>
            <a:off x="-18414" y="-10347"/>
            <a:ext cx="5831385" cy="6868347"/>
            <a:chOff x="-18414" y="-10347"/>
            <a:chExt cx="5831385" cy="6868347"/>
          </a:xfrm>
        </p:grpSpPr>
        <p:pic>
          <p:nvPicPr>
            <p:cNvPr id="4" name="图片 3">
              <a:extLst>
                <a:ext uri="{FF2B5EF4-FFF2-40B4-BE49-F238E27FC236}">
                  <a16:creationId xmlns:a16="http://schemas.microsoft.com/office/drawing/2014/main" id="{3A8DFB27-68EB-442F-B23C-25959ACBA97E}"/>
                </a:ext>
              </a:extLst>
            </p:cNvPr>
            <p:cNvPicPr>
              <a:picLocks noChangeAspect="1"/>
            </p:cNvPicPr>
            <p:nvPr/>
          </p:nvPicPr>
          <p:blipFill rotWithShape="1">
            <a:blip r:embed="rId2">
              <a:extLst>
                <a:ext uri="{28A0092B-C50C-407E-A947-70E740481C1C}">
                  <a14:useLocalDpi xmlns:a14="http://schemas.microsoft.com/office/drawing/2010/main" val="0"/>
                </a:ext>
              </a:extLst>
            </a:blip>
            <a:srcRect l="26092" r="17356"/>
            <a:stretch/>
          </p:blipFill>
          <p:spPr>
            <a:xfrm>
              <a:off x="0" y="0"/>
              <a:ext cx="5812971" cy="6858000"/>
            </a:xfrm>
            <a:prstGeom prst="rect">
              <a:avLst/>
            </a:prstGeom>
          </p:spPr>
        </p:pic>
        <p:sp>
          <p:nvSpPr>
            <p:cNvPr id="5" name="矩形 4">
              <a:extLst>
                <a:ext uri="{FF2B5EF4-FFF2-40B4-BE49-F238E27FC236}">
                  <a16:creationId xmlns:a16="http://schemas.microsoft.com/office/drawing/2014/main" id="{994C535B-E86F-411B-A2FF-020608CA770B}"/>
                </a:ext>
              </a:extLst>
            </p:cNvPr>
            <p:cNvSpPr/>
            <p:nvPr/>
          </p:nvSpPr>
          <p:spPr>
            <a:xfrm>
              <a:off x="-18414" y="-10347"/>
              <a:ext cx="5831385" cy="6858000"/>
            </a:xfrm>
            <a:prstGeom prst="rect">
              <a:avLst/>
            </a:prstGeom>
            <a:solidFill>
              <a:schemeClr val="tx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思源黑体 CN Light" panose="020B0300000000000000" pitchFamily="34" charset="-122"/>
                <a:ea typeface="思源黑体 CN Light" panose="020B0300000000000000" pitchFamily="34" charset="-122"/>
                <a:cs typeface="+mn-cs"/>
              </a:endParaRPr>
            </a:p>
          </p:txBody>
        </p:sp>
        <p:grpSp>
          <p:nvGrpSpPr>
            <p:cNvPr id="31" name="组合 30">
              <a:extLst>
                <a:ext uri="{FF2B5EF4-FFF2-40B4-BE49-F238E27FC236}">
                  <a16:creationId xmlns:a16="http://schemas.microsoft.com/office/drawing/2014/main" id="{EED09A58-20E6-426C-91B9-5E0FFFBEDFD0}"/>
                </a:ext>
              </a:extLst>
            </p:cNvPr>
            <p:cNvGrpSpPr/>
            <p:nvPr/>
          </p:nvGrpSpPr>
          <p:grpSpPr>
            <a:xfrm>
              <a:off x="1604735" y="2197100"/>
              <a:ext cx="2603500" cy="1790700"/>
              <a:chOff x="1778000" y="2197100"/>
              <a:chExt cx="2603500" cy="1790700"/>
            </a:xfrm>
          </p:grpSpPr>
          <p:sp>
            <p:nvSpPr>
              <p:cNvPr id="6" name="文本框 5">
                <a:extLst>
                  <a:ext uri="{FF2B5EF4-FFF2-40B4-BE49-F238E27FC236}">
                    <a16:creationId xmlns:a16="http://schemas.microsoft.com/office/drawing/2014/main" id="{890EDA6F-D32E-4FC9-8C6A-45E79CA49EE8}"/>
                  </a:ext>
                </a:extLst>
              </p:cNvPr>
              <p:cNvSpPr txBox="1"/>
              <p:nvPr/>
            </p:nvSpPr>
            <p:spPr>
              <a:xfrm>
                <a:off x="2090118" y="2413337"/>
                <a:ext cx="1987202" cy="1015663"/>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cs"/>
                  </a:rPr>
                  <a:t>目录</a:t>
                </a:r>
              </a:p>
            </p:txBody>
          </p:sp>
          <p:sp>
            <p:nvSpPr>
              <p:cNvPr id="7" name="文本框 6">
                <a:extLst>
                  <a:ext uri="{FF2B5EF4-FFF2-40B4-BE49-F238E27FC236}">
                    <a16:creationId xmlns:a16="http://schemas.microsoft.com/office/drawing/2014/main" id="{43087F94-AFF0-4127-9173-0C87DA3B0C7F}"/>
                  </a:ext>
                </a:extLst>
              </p:cNvPr>
              <p:cNvSpPr txBox="1"/>
              <p:nvPr/>
            </p:nvSpPr>
            <p:spPr>
              <a:xfrm>
                <a:off x="2147888" y="3429000"/>
                <a:ext cx="1871663"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思源黑体 CN Light"/>
                    <a:cs typeface="+mn-cs"/>
                  </a:rPr>
                  <a:t>CONTENTS</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思源黑体 CN Light"/>
                  <a:cs typeface="+mn-cs"/>
                </a:endParaRPr>
              </a:p>
            </p:txBody>
          </p:sp>
          <p:sp>
            <p:nvSpPr>
              <p:cNvPr id="8" name="矩形 7">
                <a:extLst>
                  <a:ext uri="{FF2B5EF4-FFF2-40B4-BE49-F238E27FC236}">
                    <a16:creationId xmlns:a16="http://schemas.microsoft.com/office/drawing/2014/main" id="{ECB7567B-6F8E-4E0C-8CA9-32A3B510FE30}"/>
                  </a:ext>
                </a:extLst>
              </p:cNvPr>
              <p:cNvSpPr/>
              <p:nvPr/>
            </p:nvSpPr>
            <p:spPr>
              <a:xfrm>
                <a:off x="1778000" y="2197100"/>
                <a:ext cx="2603500" cy="1790700"/>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思源黑体 CN Light"/>
                  <a:ea typeface="思源黑体 CN Light"/>
                  <a:cs typeface="+mn-cs"/>
                </a:endParaRPr>
              </a:p>
            </p:txBody>
          </p:sp>
        </p:grpSp>
      </p:grpSp>
      <p:pic>
        <p:nvPicPr>
          <p:cNvPr id="2" name="图片 1">
            <a:extLst>
              <a:ext uri="{FF2B5EF4-FFF2-40B4-BE49-F238E27FC236}">
                <a16:creationId xmlns:a16="http://schemas.microsoft.com/office/drawing/2014/main" id="{DA334E6B-674B-8BE0-D6CE-D1343F20C514}"/>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矩形 8">
            <a:extLst>
              <a:ext uri="{FF2B5EF4-FFF2-40B4-BE49-F238E27FC236}">
                <a16:creationId xmlns:a16="http://schemas.microsoft.com/office/drawing/2014/main" id="{38808A14-AA05-1F42-8D42-57C10D8455CA}"/>
              </a:ext>
            </a:extLst>
          </p:cNvPr>
          <p:cNvSpPr/>
          <p:nvPr/>
        </p:nvSpPr>
        <p:spPr>
          <a:xfrm>
            <a:off x="6096000" y="1446149"/>
            <a:ext cx="6096000" cy="4976234"/>
          </a:xfrm>
          <a:prstGeom prst="rect">
            <a:avLst/>
          </a:prstGeom>
        </p:spPr>
        <p:txBody>
          <a:bodyPr>
            <a:spAutoFit/>
          </a:bodyPr>
          <a:lstStyle/>
          <a:p>
            <a:pPr>
              <a:lnSpc>
                <a:spcPts val="2620"/>
              </a:lnSpc>
            </a:pPr>
            <a:r>
              <a:rPr lang="en-US" altLang="zh-CN" dirty="0">
                <a:latin typeface="Source Han Sans CN Medium" panose="020B0500000000000000" pitchFamily="34" charset="-128"/>
                <a:ea typeface="Source Han Sans CN Medium" panose="020B0500000000000000" pitchFamily="34" charset="-128"/>
              </a:rPr>
              <a:t>1.</a:t>
            </a:r>
            <a:r>
              <a:rPr lang="zh-CN" altLang="en-US" b="1" dirty="0">
                <a:latin typeface="Source Han Sans CN Medium" panose="020B0500000000000000" pitchFamily="34" charset="-128"/>
                <a:ea typeface="Source Han Sans CN Medium" panose="020B0500000000000000" pitchFamily="34" charset="-128"/>
              </a:rPr>
              <a:t>报告引言及评估框架</a:t>
            </a:r>
            <a:endParaRPr lang="en-US" altLang="zh-CN" b="1" dirty="0">
              <a:latin typeface="Source Han Sans CN Medium" panose="020B0500000000000000" pitchFamily="34" charset="-128"/>
              <a:ea typeface="Source Han Sans CN Medium" panose="020B0500000000000000" pitchFamily="34" charset="-128"/>
            </a:endParaRPr>
          </a:p>
          <a:p>
            <a:pPr marL="285750"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报告目的和范围</a:t>
            </a:r>
            <a:r>
              <a:rPr lang="en-US" altLang="zh-CN" dirty="0">
                <a:solidFill>
                  <a:srgbClr val="374151"/>
                </a:solidFill>
                <a:latin typeface="Source Han Sans CN Medium" panose="020B0500000000000000" pitchFamily="34" charset="-128"/>
                <a:ea typeface="Source Han Sans CN Medium" panose="020B0500000000000000" pitchFamily="34" charset="-128"/>
              </a:rPr>
              <a:t>:</a:t>
            </a:r>
          </a:p>
          <a:p>
            <a:pPr marL="285750"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主要评估焦点</a:t>
            </a:r>
            <a:r>
              <a:rPr lang="en-US" altLang="zh-CN" dirty="0">
                <a:solidFill>
                  <a:srgbClr val="374151"/>
                </a:solidFill>
                <a:latin typeface="Source Han Sans CN Medium" panose="020B0500000000000000" pitchFamily="34" charset="-128"/>
                <a:ea typeface="Source Han Sans CN Medium" panose="020B0500000000000000" pitchFamily="34" charset="-128"/>
              </a:rPr>
              <a:t>:</a:t>
            </a:r>
          </a:p>
          <a:p>
            <a:pPr marL="285750"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本次管理指标定义</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a:lnSpc>
                <a:spcPts val="2620"/>
              </a:lnSpc>
            </a:pP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a:lnSpc>
                <a:spcPts val="2620"/>
              </a:lnSpc>
            </a:pPr>
            <a:r>
              <a:rPr lang="en-US" altLang="zh-CN" dirty="0">
                <a:latin typeface="Source Han Sans CN Medium" panose="020B0500000000000000" pitchFamily="34" charset="-128"/>
                <a:ea typeface="Source Han Sans CN Medium" panose="020B0500000000000000" pitchFamily="34" charset="-128"/>
              </a:rPr>
              <a:t>2.</a:t>
            </a:r>
            <a:r>
              <a:rPr lang="zh-CN" altLang="en-US" b="1" dirty="0">
                <a:latin typeface="Source Han Sans CN Medium" panose="020B0500000000000000" pitchFamily="34" charset="-128"/>
                <a:ea typeface="Source Han Sans CN Medium" panose="020B0500000000000000" pitchFamily="34" charset="-128"/>
              </a:rPr>
              <a:t>本年度测评数据分析</a:t>
            </a: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管理亮点及待进步指标</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下属主观评价</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0" lvl="1">
              <a:lnSpc>
                <a:spcPts val="2620"/>
              </a:lnSpc>
            </a:pPr>
            <a:endParaRPr lang="en-US" altLang="zh-CN" dirty="0">
              <a:latin typeface="Source Han Sans CN Medium" panose="020B0500000000000000" pitchFamily="34" charset="-128"/>
              <a:ea typeface="Source Han Sans CN Medium" panose="020B0500000000000000" pitchFamily="34" charset="-128"/>
            </a:endParaRPr>
          </a:p>
          <a:p>
            <a:pPr marL="0" lvl="1">
              <a:lnSpc>
                <a:spcPts val="2620"/>
              </a:lnSpc>
            </a:pPr>
            <a:r>
              <a:rPr lang="en-US" altLang="zh-CN" dirty="0">
                <a:latin typeface="Source Han Sans CN Medium" panose="020B0500000000000000" pitchFamily="34" charset="-128"/>
                <a:ea typeface="Source Han Sans CN Medium" panose="020B0500000000000000" pitchFamily="34" charset="-128"/>
              </a:rPr>
              <a:t>3.</a:t>
            </a:r>
            <a:r>
              <a:rPr lang="zh-CN" altLang="en-US" dirty="0">
                <a:latin typeface="Source Han Sans CN Medium" panose="020B0500000000000000" pitchFamily="34" charset="-128"/>
                <a:ea typeface="Source Han Sans CN Medium" panose="020B0500000000000000" pitchFamily="34" charset="-128"/>
              </a:rPr>
              <a:t> </a:t>
            </a:r>
            <a:r>
              <a:rPr lang="zh-CN" altLang="en-US" b="1" dirty="0">
                <a:latin typeface="Source Han Sans CN Medium" panose="020B0500000000000000" pitchFamily="34" charset="-128"/>
                <a:ea typeface="Source Han Sans CN Medium" panose="020B0500000000000000" pitchFamily="34" charset="-128"/>
              </a:rPr>
              <a:t>本年度他评</a:t>
            </a:r>
            <a:r>
              <a:rPr lang="en-US" altLang="zh-CN" b="1" dirty="0">
                <a:latin typeface="Source Han Sans CN Medium" panose="020B0500000000000000" pitchFamily="34" charset="-128"/>
                <a:ea typeface="Source Han Sans CN Medium" panose="020B0500000000000000" pitchFamily="34" charset="-128"/>
              </a:rPr>
              <a:t>-</a:t>
            </a:r>
            <a:r>
              <a:rPr lang="zh-CN" altLang="en-US" b="1" dirty="0">
                <a:latin typeface="Source Han Sans CN Medium" panose="020B0500000000000000" pitchFamily="34" charset="-128"/>
                <a:ea typeface="Source Han Sans CN Medium" panose="020B0500000000000000" pitchFamily="34" charset="-128"/>
              </a:rPr>
              <a:t>自评四象限反馈</a:t>
            </a: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他评</a:t>
            </a:r>
            <a:r>
              <a:rPr lang="en-US" altLang="zh-CN" dirty="0">
                <a:solidFill>
                  <a:srgbClr val="374151"/>
                </a:solidFill>
                <a:latin typeface="Source Han Sans CN Medium" panose="020B0500000000000000" pitchFamily="34" charset="-128"/>
                <a:ea typeface="Source Han Sans CN Medium" panose="020B0500000000000000" pitchFamily="34" charset="-128"/>
              </a:rPr>
              <a:t>-</a:t>
            </a:r>
            <a:r>
              <a:rPr lang="zh-CN" altLang="en-US" dirty="0">
                <a:solidFill>
                  <a:srgbClr val="374151"/>
                </a:solidFill>
                <a:latin typeface="Source Han Sans CN Medium" panose="020B0500000000000000" pitchFamily="34" charset="-128"/>
                <a:ea typeface="Source Han Sans CN Medium" panose="020B0500000000000000" pitchFamily="34" charset="-128"/>
              </a:rPr>
              <a:t>自评结果分析</a:t>
            </a: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关键发现和洞见</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需要注意的低分维度</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0" lvl="1">
              <a:lnSpc>
                <a:spcPts val="2320"/>
              </a:lnSpc>
            </a:pPr>
            <a:endParaRPr lang="zh-CN" altLang="en-US" dirty="0">
              <a:solidFill>
                <a:srgbClr val="374151"/>
              </a:solidFill>
              <a:latin typeface="Source Han Sans CN Medium" panose="020B0500000000000000" pitchFamily="34" charset="-128"/>
              <a:ea typeface="Source Han Sans CN Medium" panose="020B0500000000000000" pitchFamily="34" charset="-128"/>
            </a:endParaRPr>
          </a:p>
          <a:p>
            <a:pPr>
              <a:lnSpc>
                <a:spcPts val="2320"/>
              </a:lnSpc>
            </a:pPr>
            <a:endParaRPr lang="zh-CN" altLang="en-US" dirty="0">
              <a:solidFill>
                <a:srgbClr val="374151"/>
              </a:solidFill>
              <a:effectLst/>
              <a:latin typeface="Source Han Sans CN Medium" panose="020B0500000000000000" pitchFamily="34" charset="-128"/>
              <a:ea typeface="Source Han Sans CN Medium" panose="020B0500000000000000" pitchFamily="34" charset="-128"/>
            </a:endParaRPr>
          </a:p>
        </p:txBody>
      </p:sp>
    </p:spTree>
    <p:extLst>
      <p:ext uri="{BB962C8B-B14F-4D97-AF65-F5344CB8AC3E}">
        <p14:creationId xmlns:p14="http://schemas.microsoft.com/office/powerpoint/2010/main" val="1788535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sp>
        <p:nvSpPr>
          <p:cNvPr id="7" name="矩形 6">
            <a:extLst>
              <a:ext uri="{FF2B5EF4-FFF2-40B4-BE49-F238E27FC236}">
                <a16:creationId xmlns:a16="http://schemas.microsoft.com/office/drawing/2014/main" id="{2111AA29-9672-054A-845F-B02931028460}"/>
              </a:ext>
            </a:extLst>
          </p:cNvPr>
          <p:cNvSpPr/>
          <p:nvPr/>
        </p:nvSpPr>
        <p:spPr>
          <a:xfrm>
            <a:off x="258618" y="1215871"/>
            <a:ext cx="11539372" cy="4092211"/>
          </a:xfrm>
          <a:prstGeom prst="rect">
            <a:avLst/>
          </a:prstGeom>
        </p:spPr>
        <p:txBody>
          <a:bodyPr wrap="square">
            <a:spAutoFit/>
          </a:bodyPr>
          <a:lstStyle/>
          <a:p>
            <a:pPr indent="-342900">
              <a:lnSpc>
                <a:spcPct val="150000"/>
              </a:lnSpc>
              <a:buFont typeface="+mj-lt"/>
              <a:buAutoNum type="arabicPeriod"/>
            </a:pPr>
            <a:r>
              <a:rPr lang="zh-CN" altLang="en-US" sz="1600" b="1" dirty="0">
                <a:solidFill>
                  <a:srgbClr val="374151"/>
                </a:solidFill>
                <a:latin typeface="Source Han Sans CN Normal" panose="020B0400000000000000" pitchFamily="34" charset="-128"/>
                <a:ea typeface="Source Han Sans CN Normal" panose="020B0400000000000000" pitchFamily="34" charset="-128"/>
              </a:rPr>
              <a:t>报告目的和范围</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目的：本报告旨在为海外</a:t>
            </a:r>
            <a:r>
              <a:rPr lang="en-US" altLang="zh-CN" sz="1600" dirty="0">
                <a:solidFill>
                  <a:srgbClr val="374151"/>
                </a:solidFill>
                <a:latin typeface="Source Han Sans CN Normal" panose="020B0400000000000000" pitchFamily="34" charset="-128"/>
                <a:ea typeface="Source Han Sans CN Normal" panose="020B0400000000000000" pitchFamily="34" charset="-128"/>
              </a:rPr>
              <a:t>CM</a:t>
            </a:r>
            <a:r>
              <a:rPr lang="zh-CN" altLang="en-US" sz="1600" dirty="0">
                <a:solidFill>
                  <a:srgbClr val="374151"/>
                </a:solidFill>
                <a:latin typeface="Source Han Sans CN Normal" panose="020B0400000000000000" pitchFamily="34" charset="-128"/>
                <a:ea typeface="Source Han Sans CN Normal" panose="020B0400000000000000" pitchFamily="34" charset="-128"/>
              </a:rPr>
              <a:t>管理者提供一个从下往上看的视角，以了解您的下属如何看待您在过去一年的管理表现。通过集成下属的反馈，帮助您更好地认识自己的管理风格和效果，并指出您在团队管理中的优势和改进领域。</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范围：评估将涵盖各项关键管理指标</a:t>
            </a:r>
            <a:r>
              <a:rPr lang="zh-CN" altLang="en" sz="1600" dirty="0">
                <a:solidFill>
                  <a:srgbClr val="374151"/>
                </a:solidFill>
                <a:latin typeface="Source Han Sans CN Normal" panose="020B0400000000000000" pitchFamily="34" charset="-128"/>
                <a:ea typeface="Source Han Sans CN Normal" panose="020B0400000000000000" pitchFamily="34" charset="-128"/>
              </a:rPr>
              <a:t>、</a:t>
            </a:r>
            <a:r>
              <a:rPr lang="zh-CN" altLang="en-US" sz="1600" dirty="0">
                <a:solidFill>
                  <a:srgbClr val="374151"/>
                </a:solidFill>
                <a:latin typeface="Source Han Sans CN Normal" panose="020B0400000000000000" pitchFamily="34" charset="-128"/>
                <a:ea typeface="Source Han Sans CN Normal" panose="020B0400000000000000" pitchFamily="34" charset="-128"/>
              </a:rPr>
              <a:t>团队成员主客观反馈、以及您的自我评估。未来我们还将对比过往管理数据，以揭示您管理表现的趋势和发展。</a:t>
            </a:r>
          </a:p>
          <a:p>
            <a:pPr indent="-342900">
              <a:lnSpc>
                <a:spcPct val="150000"/>
              </a:lnSpc>
              <a:buFont typeface="+mj-lt"/>
              <a:buAutoNum type="arabicPeriod"/>
            </a:pPr>
            <a:r>
              <a:rPr lang="zh-CN" altLang="en-US" sz="1600" b="1" dirty="0">
                <a:solidFill>
                  <a:srgbClr val="374151"/>
                </a:solidFill>
                <a:latin typeface="Source Han Sans CN Normal" panose="020B0400000000000000" pitchFamily="34" charset="-128"/>
                <a:ea typeface="Source Han Sans CN Normal" panose="020B0400000000000000" pitchFamily="34" charset="-128"/>
              </a:rPr>
              <a:t>主要评估焦点</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管理指标：关注您在关键管理领域（如管事、管人、管自己等）和价值观的表现。</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团队反馈：分析团队成员对您管理动作和风格的反馈，包括如何培养及授权团队成员、团队氛围构建，以及如何进行有效沟通和反馈。</a:t>
            </a:r>
            <a:endParaRPr lang="en-US" altLang="zh-CN" sz="1600" dirty="0">
              <a:solidFill>
                <a:srgbClr val="374151"/>
              </a:solidFill>
              <a:latin typeface="Source Han Sans CN Normal" panose="020B0400000000000000" pitchFamily="34" charset="-128"/>
              <a:ea typeface="Source Han Sans CN Normal" panose="020B0400000000000000" pitchFamily="34" charset="-128"/>
            </a:endParaRPr>
          </a:p>
          <a:p>
            <a:pPr indent="-342900">
              <a:lnSpc>
                <a:spcPct val="150000"/>
              </a:lnSpc>
              <a:buFont typeface="+mj-lt"/>
              <a:buAutoNum type="arabicPeriod"/>
            </a:pPr>
            <a:r>
              <a:rPr lang="zh-CN" altLang="en-US" sz="1600" b="1" dirty="0">
                <a:solidFill>
                  <a:srgbClr val="374151"/>
                </a:solidFill>
                <a:latin typeface="Source Han Sans CN Normal" panose="020B0400000000000000" pitchFamily="34" charset="-128"/>
                <a:ea typeface="Source Han Sans CN Normal" panose="020B0400000000000000" pitchFamily="34" charset="-128"/>
              </a:rPr>
              <a:t>本次管理指标定义</a:t>
            </a:r>
            <a:endParaRPr lang="en-US" altLang="zh-CN" sz="1600" b="1" dirty="0">
              <a:solidFill>
                <a:srgbClr val="374151"/>
              </a:solidFill>
              <a:latin typeface="Source Han Sans CN Normal" panose="020B0400000000000000" pitchFamily="34" charset="-128"/>
              <a:ea typeface="Source Han Sans CN Normal" panose="020B0400000000000000" pitchFamily="34" charset="-128"/>
            </a:endParaRP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指标说明：描述所使用的管理指标及其在评估中的作用和重要性。</a:t>
            </a:r>
          </a:p>
        </p:txBody>
      </p:sp>
    </p:spTree>
    <p:extLst>
      <p:ext uri="{BB962C8B-B14F-4D97-AF65-F5344CB8AC3E}">
        <p14:creationId xmlns:p14="http://schemas.microsoft.com/office/powerpoint/2010/main" val="3100755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r>
              <a:rPr lang="en-US" altLang="zh-CN" sz="2400" b="1" dirty="0">
                <a:latin typeface="Source Han Sans CN" panose="020B0500000000000000" pitchFamily="34" charset="-128"/>
                <a:ea typeface="Source Han Sans CN" panose="020B0500000000000000" pitchFamily="34" charset="-128"/>
              </a:rPr>
              <a:t>-</a:t>
            </a:r>
            <a:r>
              <a:rPr lang="zh-CN" altLang="en-US" sz="2400" b="1" dirty="0">
                <a:latin typeface="Source Han Sans CN" panose="020B0500000000000000" pitchFamily="34" charset="-128"/>
                <a:ea typeface="Source Han Sans CN" panose="020B0500000000000000" pitchFamily="34" charset="-128"/>
              </a:rPr>
              <a:t>指标定义介绍</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graphicFrame>
        <p:nvGraphicFramePr>
          <p:cNvPr id="8" name="表格 7">
            <a:extLst>
              <a:ext uri="{FF2B5EF4-FFF2-40B4-BE49-F238E27FC236}">
                <a16:creationId xmlns:a16="http://schemas.microsoft.com/office/drawing/2014/main" id="{5B574845-C2B0-3442-AAEF-BAD2C336F62F}"/>
              </a:ext>
            </a:extLst>
          </p:cNvPr>
          <p:cNvGraphicFramePr>
            <a:graphicFrameLocks noGrp="1"/>
          </p:cNvGraphicFramePr>
          <p:nvPr>
            <p:extLst>
              <p:ext uri="{D42A27DB-BD31-4B8C-83A1-F6EECF244321}">
                <p14:modId xmlns:p14="http://schemas.microsoft.com/office/powerpoint/2010/main" val="2375517330"/>
              </p:ext>
            </p:extLst>
          </p:nvPr>
        </p:nvGraphicFramePr>
        <p:xfrm>
          <a:off x="300805" y="1308772"/>
          <a:ext cx="11602724" cy="4351338"/>
        </p:xfrm>
        <a:graphic>
          <a:graphicData uri="http://schemas.openxmlformats.org/drawingml/2006/table">
            <a:tbl>
              <a:tblPr>
                <a:solidFill>
                  <a:schemeClr val="accent5">
                    <a:lumMod val="20000"/>
                    <a:lumOff val="80000"/>
                  </a:schemeClr>
                </a:solidFill>
                <a:tableStyleId>{5940675A-B579-460E-94D1-54222C63F5DA}</a:tableStyleId>
              </a:tblPr>
              <a:tblGrid>
                <a:gridCol w="1291231">
                  <a:extLst>
                    <a:ext uri="{9D8B030D-6E8A-4147-A177-3AD203B41FA5}">
                      <a16:colId xmlns:a16="http://schemas.microsoft.com/office/drawing/2014/main" val="2831775572"/>
                    </a:ext>
                  </a:extLst>
                </a:gridCol>
                <a:gridCol w="10311493">
                  <a:extLst>
                    <a:ext uri="{9D8B030D-6E8A-4147-A177-3AD203B41FA5}">
                      <a16:colId xmlns:a16="http://schemas.microsoft.com/office/drawing/2014/main" val="1012389978"/>
                    </a:ext>
                  </a:extLst>
                </a:gridCol>
              </a:tblGrid>
              <a:tr h="842032">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业务熟悉度</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对外迅速捕捉到行业的变化趋势且能够促使业务决策与行业趋势机会相融合；</a:t>
                      </a:r>
                      <a:b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对内公司现在的业务有敏锐的信息捕捉，能够对公司重点业务的情况、发展和变化有深度的理解。</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38886138"/>
                  </a:ext>
                </a:extLst>
              </a:tr>
              <a:tr h="660516">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全局意识</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Microsoft YaHei" panose="020B0503020204020204" pitchFamily="34" charset="-122"/>
                          <a:ea typeface="Microsoft YaHei" panose="020B0503020204020204" pitchFamily="34" charset="-122"/>
                        </a:rPr>
                        <a:t>在跨文化环境中考虑资源分配和目标设定，结合公司总部和当地业务的双重视角，制定和实施有效战略。本位做事，越位思考，能站在组织更高一层的视野范围内看待和思考问题</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4479514"/>
                  </a:ext>
                </a:extLst>
              </a:tr>
              <a:tr h="751274">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整体筹划</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能够筹划所负责的业务、组织与人才的布局，规划关键项目的节奏、考虑资源的搭配组合；</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有能力带领团队影响协作部门让目标落地，而不仅仅是停留在思考层面。</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40231889"/>
                  </a:ext>
                </a:extLst>
              </a:tr>
              <a:tr h="479000">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优先级意识</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能够把控主次、有明确的优先级意识，梳理出最为重要且紧急的事情，并坚持贯彻对优先级的判断，不动摇。</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768425"/>
                  </a:ext>
                </a:extLst>
              </a:tr>
              <a:tr h="569758">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果断决策</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在决策过程中，能充分理解当地文化和市场特性，快速分析现有情况的利弊，决策果断，不拖泥带水，敢于承担责任。</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11454247"/>
                  </a:ext>
                </a:extLst>
              </a:tr>
              <a:tr h="569758">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过程管理</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注意对工作进程的跟踪，并关注下属的工作进程，经常听取信息反馈，并给与指导性的帮助；</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能够及时获得信息反馈，迅速调整方案和策略。</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4586840"/>
                  </a:ext>
                </a:extLst>
              </a:tr>
              <a:tr h="479000">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总结复盘</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有意识带领团队成员进行项目复盘，能抓住问题本质，制定明确有效的改进方案并输出方法论用于应对同类型工作。</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8833802"/>
                  </a:ext>
                </a:extLst>
              </a:tr>
            </a:tbl>
          </a:graphicData>
        </a:graphic>
      </p:graphicFrame>
      <p:sp>
        <p:nvSpPr>
          <p:cNvPr id="2" name="矩形 1">
            <a:extLst>
              <a:ext uri="{FF2B5EF4-FFF2-40B4-BE49-F238E27FC236}">
                <a16:creationId xmlns:a16="http://schemas.microsoft.com/office/drawing/2014/main" id="{3459A530-27C2-0644-A075-03687C52700A}"/>
              </a:ext>
            </a:extLst>
          </p:cNvPr>
          <p:cNvSpPr/>
          <p:nvPr/>
        </p:nvSpPr>
        <p:spPr>
          <a:xfrm>
            <a:off x="5461974" y="6119945"/>
            <a:ext cx="1268051" cy="369332"/>
          </a:xfrm>
          <a:prstGeom prst="rect">
            <a:avLst/>
          </a:prstGeom>
        </p:spPr>
        <p:txBody>
          <a:bodyPr wrap="square">
            <a:spAutoFit/>
          </a:bodyPr>
          <a:lstStyle/>
          <a:p>
            <a:pPr algn="dist"/>
            <a:r>
              <a:rPr lang="zh-CN" altLang="en-US" b="1" dirty="0">
                <a:solidFill>
                  <a:srgbClr val="0070C1"/>
                </a:solidFill>
                <a:latin typeface="Source Han Sans CN" panose="020B0500000000000000" pitchFamily="34" charset="-128"/>
                <a:ea typeface="Source Han Sans CN" panose="020B0500000000000000" pitchFamily="34" charset="-128"/>
              </a:rPr>
              <a:t>管理业务</a:t>
            </a:r>
            <a:endParaRPr lang="zh-CN" altLang="en-US" dirty="0">
              <a:solidFill>
                <a:srgbClr val="0070C1"/>
              </a:solidFill>
            </a:endParaRPr>
          </a:p>
        </p:txBody>
      </p:sp>
    </p:spTree>
    <p:extLst>
      <p:ext uri="{BB962C8B-B14F-4D97-AF65-F5344CB8AC3E}">
        <p14:creationId xmlns:p14="http://schemas.microsoft.com/office/powerpoint/2010/main" val="2357821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r>
              <a:rPr lang="en-US" altLang="zh-CN" sz="2400" b="1" dirty="0">
                <a:latin typeface="Source Han Sans CN" panose="020B0500000000000000" pitchFamily="34" charset="-128"/>
                <a:ea typeface="Source Han Sans CN" panose="020B0500000000000000" pitchFamily="34" charset="-128"/>
              </a:rPr>
              <a:t>-</a:t>
            </a:r>
            <a:r>
              <a:rPr lang="zh-CN" altLang="en-US" sz="2400" b="1" dirty="0">
                <a:latin typeface="Source Han Sans CN" panose="020B0500000000000000" pitchFamily="34" charset="-128"/>
                <a:ea typeface="Source Han Sans CN" panose="020B0500000000000000" pitchFamily="34" charset="-128"/>
              </a:rPr>
              <a:t>指标定义介绍</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sp>
        <p:nvSpPr>
          <p:cNvPr id="2" name="矩形 1">
            <a:extLst>
              <a:ext uri="{FF2B5EF4-FFF2-40B4-BE49-F238E27FC236}">
                <a16:creationId xmlns:a16="http://schemas.microsoft.com/office/drawing/2014/main" id="{3459A530-27C2-0644-A075-03687C52700A}"/>
              </a:ext>
            </a:extLst>
          </p:cNvPr>
          <p:cNvSpPr/>
          <p:nvPr/>
        </p:nvSpPr>
        <p:spPr>
          <a:xfrm>
            <a:off x="5130357" y="6062665"/>
            <a:ext cx="1931285" cy="369332"/>
          </a:xfrm>
          <a:prstGeom prst="rect">
            <a:avLst/>
          </a:prstGeom>
        </p:spPr>
        <p:txBody>
          <a:bodyPr wrap="square">
            <a:spAutoFit/>
          </a:bodyPr>
          <a:lstStyle/>
          <a:p>
            <a:pPr algn="dist"/>
            <a:r>
              <a:rPr lang="zh-CN" altLang="en-US" b="1" dirty="0">
                <a:solidFill>
                  <a:srgbClr val="0070C1"/>
                </a:solidFill>
                <a:latin typeface="Source Han Sans CN" panose="020B0500000000000000" pitchFamily="34" charset="-128"/>
                <a:ea typeface="Source Han Sans CN" panose="020B0500000000000000" pitchFamily="34" charset="-128"/>
              </a:rPr>
              <a:t>管理团队个人</a:t>
            </a:r>
            <a:endParaRPr lang="zh-CN" altLang="en-US" dirty="0">
              <a:solidFill>
                <a:srgbClr val="0070C1"/>
              </a:solidFill>
            </a:endParaRPr>
          </a:p>
        </p:txBody>
      </p:sp>
      <p:graphicFrame>
        <p:nvGraphicFramePr>
          <p:cNvPr id="7" name="表格 6">
            <a:extLst>
              <a:ext uri="{FF2B5EF4-FFF2-40B4-BE49-F238E27FC236}">
                <a16:creationId xmlns:a16="http://schemas.microsoft.com/office/drawing/2014/main" id="{328D350A-9F90-744F-BF48-2D51F9E6E0AA}"/>
              </a:ext>
            </a:extLst>
          </p:cNvPr>
          <p:cNvGraphicFramePr>
            <a:graphicFrameLocks noGrp="1"/>
          </p:cNvGraphicFramePr>
          <p:nvPr>
            <p:extLst>
              <p:ext uri="{D42A27DB-BD31-4B8C-83A1-F6EECF244321}">
                <p14:modId xmlns:p14="http://schemas.microsoft.com/office/powerpoint/2010/main" val="2250288165"/>
              </p:ext>
            </p:extLst>
          </p:nvPr>
        </p:nvGraphicFramePr>
        <p:xfrm>
          <a:off x="285268" y="966925"/>
          <a:ext cx="11621464" cy="5095737"/>
        </p:xfrm>
        <a:graphic>
          <a:graphicData uri="http://schemas.openxmlformats.org/drawingml/2006/table">
            <a:tbl>
              <a:tblPr/>
              <a:tblGrid>
                <a:gridCol w="1244565">
                  <a:extLst>
                    <a:ext uri="{9D8B030D-6E8A-4147-A177-3AD203B41FA5}">
                      <a16:colId xmlns:a16="http://schemas.microsoft.com/office/drawing/2014/main" val="1213464472"/>
                    </a:ext>
                  </a:extLst>
                </a:gridCol>
                <a:gridCol w="10376899">
                  <a:extLst>
                    <a:ext uri="{9D8B030D-6E8A-4147-A177-3AD203B41FA5}">
                      <a16:colId xmlns:a16="http://schemas.microsoft.com/office/drawing/2014/main" val="3231563997"/>
                    </a:ext>
                  </a:extLst>
                </a:gridCol>
              </a:tblGrid>
              <a:tr h="255084">
                <a:tc>
                  <a:txBody>
                    <a:bodyPr/>
                    <a:lstStyle/>
                    <a:p>
                      <a:pPr algn="ctr"/>
                      <a:r>
                        <a:rPr lang="zh-CN" altLang="en-US" sz="12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战略传达</a:t>
                      </a: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管理者定期向下传达公司及部门战略，确保团队成员清晰了解公司及部门战略并鼓励互动和反馈，激发团队成员的信心和参与感。</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921662"/>
                  </a:ext>
                </a:extLst>
              </a:tr>
              <a:tr h="499266">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梯队建设</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拥有在团队管理中对人才的布局意识，合理搭建人才梯队；让团队拥有十足的活力与抗风险性，</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并且能够持续让团队成员不断成长进步。</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6008961"/>
                  </a:ext>
                </a:extLst>
              </a:tr>
              <a:tr h="637279">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团队氛围</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创建一个与公司文化紧密相连且深植于当地文化的团队氛围，运用良好的组织氛围吸引与黏合团队内成员，让团队更具有凝聚力与归属感；注重员工个人学习成长，善于分享并鼓励团队内成员学习分享，有意打造团队内学习氛围。</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5263698"/>
                  </a:ext>
                </a:extLst>
              </a:tr>
              <a:tr h="774657">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公正公平</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公正地评价员工，共同的价值观是对员工做出公正评价的基础。对员工绩效做出公正评价的依据。公平地对待员工，为每位员工的发展提供公平的机会和条件能够做到坚持公平合理的利益分配尺度，保证组织成员的基本权利和正当利益。</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7527774"/>
                  </a:ext>
                </a:extLst>
              </a:tr>
              <a:tr h="499902">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知人善任</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理解并尊重员工的多元文化背景，发掘和利用员工的潜力和优势，为员工提供适宜的工作和发展机会。</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462661"/>
                  </a:ext>
                </a:extLst>
              </a:tr>
              <a:tr h="431213">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授权意识</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能够给下属提供成长的机会并且进行有效的授权，提供一个让下属主动成长被认可且被发现的平台，促使更多的主动性产生。</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8841194"/>
                  </a:ext>
                </a:extLst>
              </a:tr>
              <a:tr h="499902">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及时反馈</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创建沟通反馈渠道，对下属的工作及时给予反馈（正反馈和负反馈）。正反馈：能够通过不同的方式激励下属，让激励时刻有效。负反馈：让下属及时了解不足，及时改正。帮助下属扬长避短。</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6699334"/>
                  </a:ext>
                </a:extLst>
              </a:tr>
              <a:tr h="499902">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换位思考</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尝试从对方的接角度和立场考虑问题，设身处地去感受和体谅他人，并以此作为处理工作中人际关系，解决沟通问题的基础。</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6418614"/>
                  </a:ext>
                </a:extLst>
              </a:tr>
              <a:tr h="499266">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向下辅导</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能够制定团队的成长目标，对人的培养与带教尽心尽力，通过有效的成长机制创造团队学习的氛围，</a:t>
                      </a:r>
                      <a:b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并且给予充足的引导或成长机会。</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86921502"/>
                  </a:ext>
                </a:extLst>
              </a:tr>
              <a:tr h="499266">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容错力</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no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在下属遇到困难或错误时，提供支持和指导，而非简单责备。对下属的错误采取建设性的态度，将其视为学习机会而非惩罚的机会，鼓励下属从中吸取经验教训，共同成长。</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no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47674812"/>
                  </a:ext>
                </a:extLst>
              </a:tr>
            </a:tbl>
          </a:graphicData>
        </a:graphic>
      </p:graphicFrame>
    </p:spTree>
    <p:extLst>
      <p:ext uri="{BB962C8B-B14F-4D97-AF65-F5344CB8AC3E}">
        <p14:creationId xmlns:p14="http://schemas.microsoft.com/office/powerpoint/2010/main" val="4204183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r>
              <a:rPr lang="en-US" altLang="zh-CN" sz="2400" b="1" dirty="0">
                <a:latin typeface="Source Han Sans CN" panose="020B0500000000000000" pitchFamily="34" charset="-128"/>
                <a:ea typeface="Source Han Sans CN" panose="020B0500000000000000" pitchFamily="34" charset="-128"/>
              </a:rPr>
              <a:t>-</a:t>
            </a:r>
            <a:r>
              <a:rPr lang="zh-CN" altLang="en-US" sz="2400" b="1" dirty="0">
                <a:latin typeface="Source Han Sans CN" panose="020B0500000000000000" pitchFamily="34" charset="-128"/>
                <a:ea typeface="Source Han Sans CN" panose="020B0500000000000000" pitchFamily="34" charset="-128"/>
              </a:rPr>
              <a:t>指标定义介绍</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graphicFrame>
        <p:nvGraphicFramePr>
          <p:cNvPr id="8" name="表格 7">
            <a:extLst>
              <a:ext uri="{FF2B5EF4-FFF2-40B4-BE49-F238E27FC236}">
                <a16:creationId xmlns:a16="http://schemas.microsoft.com/office/drawing/2014/main" id="{9A81485A-14F9-2E4E-9C16-A14B0FDA0361}"/>
              </a:ext>
            </a:extLst>
          </p:cNvPr>
          <p:cNvGraphicFramePr>
            <a:graphicFrameLocks noGrp="1"/>
          </p:cNvGraphicFramePr>
          <p:nvPr>
            <p:extLst>
              <p:ext uri="{D42A27DB-BD31-4B8C-83A1-F6EECF244321}">
                <p14:modId xmlns:p14="http://schemas.microsoft.com/office/powerpoint/2010/main" val="2130767435"/>
              </p:ext>
            </p:extLst>
          </p:nvPr>
        </p:nvGraphicFramePr>
        <p:xfrm>
          <a:off x="300678" y="921831"/>
          <a:ext cx="11590642" cy="5281398"/>
        </p:xfrm>
        <a:graphic>
          <a:graphicData uri="http://schemas.openxmlformats.org/drawingml/2006/table">
            <a:tbl>
              <a:tblPr/>
              <a:tblGrid>
                <a:gridCol w="1254840">
                  <a:extLst>
                    <a:ext uri="{9D8B030D-6E8A-4147-A177-3AD203B41FA5}">
                      <a16:colId xmlns:a16="http://schemas.microsoft.com/office/drawing/2014/main" val="2307638959"/>
                    </a:ext>
                  </a:extLst>
                </a:gridCol>
                <a:gridCol w="10335802">
                  <a:extLst>
                    <a:ext uri="{9D8B030D-6E8A-4147-A177-3AD203B41FA5}">
                      <a16:colId xmlns:a16="http://schemas.microsoft.com/office/drawing/2014/main" val="3980584429"/>
                    </a:ext>
                  </a:extLst>
                </a:gridCol>
              </a:tblGrid>
              <a:tr h="446961">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创新能力</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富有创造性思维；﻿按照惯例处理问题遇到阻碍时，摒弃原有的固化思维，能以创新的角度思考问题，在解决问题时常有新点子，新想法。</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678387"/>
                  </a:ext>
                </a:extLst>
              </a:tr>
              <a:tr h="601435">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学习能力</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能通过各种渠道学习新知识、吸取各种经验、增加学识、提高技能并学以致用；</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当工作内容发生变化时，积极主动地通过学习来弥补自己所缺的知识与技能。</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0094588"/>
                  </a:ext>
                </a:extLst>
              </a:tr>
              <a:tr h="601435">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自省</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能够阶段性自我反省，复盘自己过去的行为、结果和态度，让自己能够客观的认识自己，</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并且能够接纳他人的建议，开放坦诚的面对他人的反馈，并因此受益。</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05215060"/>
                  </a:ext>
                </a:extLst>
              </a:tr>
              <a:tr h="436156">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影响力</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令人信服，在员工中有良好口碑，获得大多数人的支持，能为员工描绘个人发展蓝图。</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76001375"/>
                  </a:ext>
                </a:extLst>
              </a:tr>
              <a:tr h="601435">
                <a:tc>
                  <a:txBody>
                    <a:bodyPr/>
                    <a:lstStyle/>
                    <a:p>
                      <a:pPr marL="0" algn="ctr" defTabSz="914400" rtl="0" eaLnBrk="1" fontAlgn="ctr"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适应多元文化</a:t>
                      </a:r>
                    </a:p>
                  </a:txBody>
                  <a:tcPr marL="9525" marR="9525" marT="9525" marB="0"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深入理解和尊重多元文化背景，适应不同文化社会习俗、工作方式和沟通风格，有效沟通和协作。</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31476943"/>
                  </a:ext>
                </a:extLst>
              </a:tr>
              <a:tr h="601435">
                <a:tc>
                  <a:txBody>
                    <a:bodyPr/>
                    <a:lstStyle/>
                    <a:p>
                      <a:pPr marL="0" algn="ctr" defTabSz="914400" rtl="0" eaLnBrk="1" fontAlgn="ctr"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本地化策略</a:t>
                      </a:r>
                    </a:p>
                  </a:txBody>
                  <a:tcPr marL="9525" marR="9525" marT="9525" marB="0"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制定和执行符合当地实际情况的策略和决策，理解当地市场特性，有效利用本地资源，根据地区特点调整管理和运营策略。</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05125065"/>
                  </a:ext>
                </a:extLst>
              </a:tr>
              <a:tr h="601435">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沟通协调</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妥善处理组织内与上级、同级以及下级之间的关系，促成相互理解，获得支持与配合，特别是与公司总部的沟通和协调，适应多样文化，确保信息在不同文化背景间准确传达，建立和维护高效、透明的沟通渠道。</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97018691"/>
                  </a:ext>
                </a:extLst>
              </a:tr>
              <a:tr h="518794">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情绪管理</a:t>
                      </a:r>
                      <a:br>
                        <a:rPr lang="en-US" altLang="zh-CN"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br>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抗压</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对于高压的工作能够有稳定的情绪，不让情绪左右对工作的理性判断，对于压力有较强的适应性，能够随时应变紧急且重要的事情，不慌乱。</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55977388"/>
                  </a:ext>
                </a:extLst>
              </a:tr>
              <a:tr h="436156">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榜样意识</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激情满怀，身先士卒，以身作则，使行动与共同的理念保持一致，为他人梳理榜样，感召他人为共同的愿景奋斗。</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08911903"/>
                  </a:ext>
                </a:extLst>
              </a:tr>
              <a:tr h="436156">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目标感</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对预定目标保持强烈关注，工作中时刻以既定目标作为衡量工作成效的主要依据，重点关注提高绩效、实现目标。</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0442820"/>
                  </a:ext>
                </a:extLst>
              </a:tr>
            </a:tbl>
          </a:graphicData>
        </a:graphic>
      </p:graphicFrame>
      <p:sp>
        <p:nvSpPr>
          <p:cNvPr id="10" name="矩形 9">
            <a:extLst>
              <a:ext uri="{FF2B5EF4-FFF2-40B4-BE49-F238E27FC236}">
                <a16:creationId xmlns:a16="http://schemas.microsoft.com/office/drawing/2014/main" id="{003EEFA6-69B5-B14D-91A7-DE1415013ECA}"/>
              </a:ext>
            </a:extLst>
          </p:cNvPr>
          <p:cNvSpPr/>
          <p:nvPr/>
        </p:nvSpPr>
        <p:spPr>
          <a:xfrm>
            <a:off x="5130357" y="6275235"/>
            <a:ext cx="1931285" cy="369332"/>
          </a:xfrm>
          <a:prstGeom prst="rect">
            <a:avLst/>
          </a:prstGeom>
        </p:spPr>
        <p:txBody>
          <a:bodyPr wrap="square">
            <a:spAutoFit/>
          </a:bodyPr>
          <a:lstStyle/>
          <a:p>
            <a:pPr algn="dist"/>
            <a:r>
              <a:rPr lang="zh-CN" altLang="en-US" b="1" dirty="0">
                <a:solidFill>
                  <a:srgbClr val="0070C1"/>
                </a:solidFill>
                <a:latin typeface="Source Han Sans CN" panose="020B0500000000000000" pitchFamily="34" charset="-128"/>
                <a:ea typeface="Source Han Sans CN" panose="020B0500000000000000" pitchFamily="34" charset="-128"/>
              </a:rPr>
              <a:t>管理者综合素质</a:t>
            </a:r>
            <a:endParaRPr lang="zh-CN" altLang="en-US" dirty="0">
              <a:solidFill>
                <a:srgbClr val="0070C1"/>
              </a:solidFill>
            </a:endParaRPr>
          </a:p>
        </p:txBody>
      </p:sp>
    </p:spTree>
    <p:extLst>
      <p:ext uri="{BB962C8B-B14F-4D97-AF65-F5344CB8AC3E}">
        <p14:creationId xmlns:p14="http://schemas.microsoft.com/office/powerpoint/2010/main" val="2164323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管理亮点及待进步指标</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cxnSp>
        <p:nvCxnSpPr>
          <p:cNvPr id="15" name="直线连接符 14">
            <a:extLst>
              <a:ext uri="{FF2B5EF4-FFF2-40B4-BE49-F238E27FC236}">
                <a16:creationId xmlns:a16="http://schemas.microsoft.com/office/drawing/2014/main" id="{585497CA-F72B-7CDD-AB36-6495A08934B4}"/>
              </a:ext>
            </a:extLst>
          </p:cNvPr>
          <p:cNvCxnSpPr/>
          <p:nvPr/>
        </p:nvCxnSpPr>
        <p:spPr>
          <a:xfrm>
            <a:off x="6096000" y="959783"/>
            <a:ext cx="0" cy="5600124"/>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矩形 9">
            <a:extLst>
              <a:ext uri="{FF2B5EF4-FFF2-40B4-BE49-F238E27FC236}">
                <a16:creationId xmlns:a16="http://schemas.microsoft.com/office/drawing/2014/main" id="{3F794BB7-4A1E-7149-8CD9-EB8738E2FF97}"/>
              </a:ext>
            </a:extLst>
          </p:cNvPr>
          <p:cNvSpPr/>
          <p:nvPr/>
        </p:nvSpPr>
        <p:spPr>
          <a:xfrm>
            <a:off x="258617" y="6611779"/>
            <a:ext cx="3602634" cy="246221"/>
          </a:xfrm>
          <a:prstGeom prst="rect">
            <a:avLst/>
          </a:prstGeom>
        </p:spPr>
        <p:txBody>
          <a:bodyPr wrap="square">
            <a:spAutoFit/>
          </a:bodyPr>
          <a:lstStyle/>
          <a:p>
            <a:pPr algn="dist"/>
            <a:r>
              <a:rPr lang="zh-CN" altLang="en-US" sz="1000" b="1" dirty="0">
                <a:solidFill>
                  <a:schemeClr val="bg2">
                    <a:lumMod val="25000"/>
                  </a:schemeClr>
                </a:solidFill>
                <a:latin typeface="Source Han Sans CN" panose="020B0500000000000000" pitchFamily="34" charset="-128"/>
                <a:ea typeface="Source Han Sans CN" panose="020B0500000000000000" pitchFamily="34" charset="-128"/>
              </a:rPr>
              <a:t>注：仅包括管理维度数据统计价值观维度不在此范围内</a:t>
            </a:r>
            <a:endParaRPr lang="zh-CN" altLang="en-US" sz="1000" dirty="0">
              <a:solidFill>
                <a:schemeClr val="bg2">
                  <a:lumMod val="25000"/>
                </a:schemeClr>
              </a:solidFill>
            </a:endParaRPr>
          </a:p>
        </p:txBody>
      </p:sp>
      <p:pic>
        <p:nvPicPr>
          <p:cNvPr id="2" name="图片 1">
            <a:extLst>
              <a:ext uri="{FF2B5EF4-FFF2-40B4-BE49-F238E27FC236}">
                <a16:creationId xmlns:a16="http://schemas.microsoft.com/office/drawing/2014/main" id="{FC3E46E4-AC36-844B-BC38-1A069E74F448}"/>
              </a:ext>
            </a:extLst>
          </p:cNvPr>
          <p:cNvPicPr>
            <a:picLocks noChangeAspect="1"/>
          </p:cNvPicPr>
          <p:nvPr/>
        </p:nvPicPr>
        <p:blipFill>
          <a:blip r:embed="rId4"/>
          <a:stretch>
            <a:fillRect/>
          </a:stretch>
        </p:blipFill>
        <p:spPr>
          <a:xfrm>
            <a:off x="6178689" y="988772"/>
            <a:ext cx="5694614" cy="5347496"/>
          </a:xfrm>
          <a:prstGeom prst="rect">
            <a:avLst/>
          </a:prstGeom>
        </p:spPr>
      </p:pic>
      <p:pic>
        <p:nvPicPr>
          <p:cNvPr id="3" name="图片 2">
            <a:extLst>
              <a:ext uri="{FF2B5EF4-FFF2-40B4-BE49-F238E27FC236}">
                <a16:creationId xmlns:a16="http://schemas.microsoft.com/office/drawing/2014/main" id="{A1029D3B-B70A-6947-ABF9-3CE2FCFF4944}"/>
              </a:ext>
            </a:extLst>
          </p:cNvPr>
          <p:cNvPicPr>
            <a:picLocks noChangeAspect="1"/>
          </p:cNvPicPr>
          <p:nvPr/>
        </p:nvPicPr>
        <p:blipFill>
          <a:blip r:embed="rId5"/>
          <a:stretch>
            <a:fillRect/>
          </a:stretch>
        </p:blipFill>
        <p:spPr>
          <a:xfrm>
            <a:off x="306831" y="1011074"/>
            <a:ext cx="5706481" cy="5044037"/>
          </a:xfrm>
          <a:prstGeom prst="rect">
            <a:avLst/>
          </a:prstGeom>
        </p:spPr>
      </p:pic>
    </p:spTree>
    <p:extLst>
      <p:ext uri="{BB962C8B-B14F-4D97-AF65-F5344CB8AC3E}">
        <p14:creationId xmlns:p14="http://schemas.microsoft.com/office/powerpoint/2010/main" val="1135641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3" name="文本框 2">
            <a:extLst>
              <a:ext uri="{FF2B5EF4-FFF2-40B4-BE49-F238E27FC236}">
                <a16:creationId xmlns:a16="http://schemas.microsoft.com/office/drawing/2014/main" id="{00A76842-885B-6B12-8D0D-045D2FB38355}"/>
              </a:ext>
            </a:extLst>
          </p:cNvPr>
          <p:cNvSpPr txBox="1"/>
          <p:nvPr/>
        </p:nvSpPr>
        <p:spPr>
          <a:xfrm>
            <a:off x="266298" y="1001360"/>
            <a:ext cx="11659404" cy="2031325"/>
          </a:xfrm>
          <a:prstGeom prst="rect">
            <a:avLst/>
          </a:prstGeom>
          <a:noFill/>
        </p:spPr>
        <p:txBody>
          <a:bodyPr wrap="square">
            <a:spAutoFit/>
          </a:bodyPr>
          <a:lstStyle/>
          <a:p>
            <a:pPr>
              <a:lnSpc>
                <a:spcPct val="150000"/>
              </a:lnSpc>
            </a:pPr>
            <a:r>
              <a:rPr lang="zh-CN" altLang="en-US" sz="2000" b="1" dirty="0">
                <a:solidFill>
                  <a:srgbClr val="000000"/>
                </a:solidFill>
                <a:effectLst/>
                <a:latin typeface="Source Han Sans CN Normal" panose="020B0500000000000000" pitchFamily="34" charset="-128"/>
                <a:ea typeface="Source Han Sans CN Normal" panose="020B0500000000000000" pitchFamily="34" charset="-128"/>
              </a:rPr>
              <a:t>汇总提炼了您的下属们在本次评测中给您的评价和建议，辅助您进一步了解他们的看法，并收获如何提升发展的启发。</a:t>
            </a: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a:lnSpc>
                <a:spcPct val="150000"/>
              </a:lnSpc>
            </a:pP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3C861660-6096-6144-A1B7-EC66B347614A}"/>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下属主观评价</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2" name="矩形 1">
            <a:extLst>
              <a:ext uri="{FF2B5EF4-FFF2-40B4-BE49-F238E27FC236}">
                <a16:creationId xmlns:a16="http://schemas.microsoft.com/office/drawing/2014/main" id="{66A1E667-BAD8-AD43-9BB7-F39FA9216E15}"/>
              </a:ext>
            </a:extLst>
          </p:cNvPr>
          <p:cNvSpPr/>
          <p:nvPr/>
        </p:nvSpPr>
        <p:spPr>
          <a:xfrm>
            <a:off x="307113" y="2173139"/>
            <a:ext cx="11577773" cy="398892"/>
          </a:xfrm>
          <a:prstGeom prst="rect">
            <a:avLst/>
          </a:prstGeom>
        </p:spPr>
        <p:txBody>
          <a:bodyPr wrap="square">
            <a:spAutoFit/>
          </a:bodyPr>
          <a:lstStyle/>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There is always room for improvement, but he is a great at his job</a:t>
            </a:r>
            <a:endParaRPr lang="zh-CN" altLang="en-US" sz="1600" dirty="0">
              <a:latin typeface="Source Han Sans CN Normal" panose="020B0400000000000000" pitchFamily="34" charset="-128"/>
              <a:ea typeface="Source Han Sans CN Normal" panose="020B0400000000000000" pitchFamily="34" charset="-128"/>
            </a:endParaRPr>
          </a:p>
        </p:txBody>
      </p:sp>
    </p:spTree>
    <p:extLst>
      <p:ext uri="{BB962C8B-B14F-4D97-AF65-F5344CB8AC3E}">
        <p14:creationId xmlns:p14="http://schemas.microsoft.com/office/powerpoint/2010/main" val="1196384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096000"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结果分析</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pic>
        <p:nvPicPr>
          <p:cNvPr id="6" name="图片 5">
            <a:extLst>
              <a:ext uri="{FF2B5EF4-FFF2-40B4-BE49-F238E27FC236}">
                <a16:creationId xmlns:a16="http://schemas.microsoft.com/office/drawing/2014/main" id="{A3EFC124-2342-9342-8B9F-F8F6A04A2CE2}"/>
              </a:ext>
            </a:extLst>
          </p:cNvPr>
          <p:cNvPicPr>
            <a:picLocks noChangeAspect="1"/>
          </p:cNvPicPr>
          <p:nvPr/>
        </p:nvPicPr>
        <p:blipFill>
          <a:blip r:embed="rId3"/>
          <a:stretch>
            <a:fillRect/>
          </a:stretch>
        </p:blipFill>
        <p:spPr>
          <a:xfrm>
            <a:off x="2511812" y="1277744"/>
            <a:ext cx="6477000" cy="5105400"/>
          </a:xfrm>
          <a:prstGeom prst="rect">
            <a:avLst/>
          </a:prstGeom>
        </p:spPr>
      </p:pic>
    </p:spTree>
    <p:extLst>
      <p:ext uri="{BB962C8B-B14F-4D97-AF65-F5344CB8AC3E}">
        <p14:creationId xmlns:p14="http://schemas.microsoft.com/office/powerpoint/2010/main" val="43342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17" name="文本框 16">
            <a:extLst>
              <a:ext uri="{FF2B5EF4-FFF2-40B4-BE49-F238E27FC236}">
                <a16:creationId xmlns:a16="http://schemas.microsoft.com/office/drawing/2014/main" id="{BE6E30B4-6117-554A-9B1A-AA393648F508}"/>
              </a:ext>
            </a:extLst>
          </p:cNvPr>
          <p:cNvSpPr txBox="1"/>
          <p:nvPr/>
        </p:nvSpPr>
        <p:spPr>
          <a:xfrm>
            <a:off x="258618" y="1081005"/>
            <a:ext cx="11659404" cy="5054974"/>
          </a:xfrm>
          <a:prstGeom prst="rect">
            <a:avLst/>
          </a:prstGeom>
          <a:noFill/>
        </p:spPr>
        <p:txBody>
          <a:bodyPr wrap="square">
            <a:spAutoFit/>
          </a:bodyPr>
          <a:lstStyle/>
          <a:p>
            <a:pPr marL="285750" indent="-285750">
              <a:lnSpc>
                <a:spcPts val="228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待发展共识区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换位思考、公正公平、目标感</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换位思考</a:t>
            </a:r>
            <a:endParaRPr lang="en-US" altLang="zh-CN" sz="1200" b="1" dirty="0">
              <a:latin typeface="Source Han Sans CN" panose="020B0500000000000000" pitchFamily="34" charset="-128"/>
              <a:ea typeface="Source Han Sans CN" panose="020B0500000000000000" pitchFamily="34" charset="-128"/>
            </a:endParaRPr>
          </a:p>
          <a:p>
            <a:pPr marL="1200150" lvl="2"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分析： </a:t>
            </a:r>
            <a:r>
              <a:rPr lang="zh-CN" altLang="en-US" sz="1200" dirty="0">
                <a:latin typeface="Source Han Sans CN" panose="020B0500000000000000" pitchFamily="34" charset="-128"/>
                <a:ea typeface="Source Han Sans CN" panose="020B0500000000000000" pitchFamily="34" charset="-128"/>
              </a:rPr>
              <a:t>换位思考是管理者在处理工作中人际关系和沟通问题时的关键能力。您的得分显示，换位思考可能是您管理风格中的一个薄弱环节。这表明在日常管理工作中，可能存在一定程度上未能充分从下属的角度出发考虑问题的情况。这不仅影响了团队的沟通效率，也可能阻碍了团队氛围的建设，让下属感觉到难以被理解和支持。特别是在跨文化的工作环境中，不同的文化背景对于沟通方式和工作习惯的影响尤为显著，换位思考的不足会加剧管理的挑战。</a:t>
            </a:r>
          </a:p>
          <a:p>
            <a:pPr marL="1200150" lvl="2"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改进建议：</a:t>
            </a:r>
            <a:endParaRPr lang="en-US" altLang="zh-CN" sz="1200" b="1" dirty="0">
              <a:latin typeface="Source Han Sans CN" panose="020B0500000000000000" pitchFamily="34" charset="-128"/>
              <a:ea typeface="Source Han Sans CN" panose="020B0500000000000000" pitchFamily="34" charset="-128"/>
            </a:endParaRPr>
          </a:p>
          <a:p>
            <a:pPr marL="1657350" lvl="3"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增进文化理解：</a:t>
            </a:r>
            <a:r>
              <a:rPr lang="zh-CN" altLang="en-US" sz="1200" dirty="0">
                <a:latin typeface="Source Han Sans CN" panose="020B0500000000000000" pitchFamily="34" charset="-128"/>
                <a:ea typeface="Source Han Sans CN" panose="020B0500000000000000" pitchFamily="34" charset="-128"/>
              </a:rPr>
              <a:t>持续深入学习和理解团队成员的文化背景，通过文化交流活动促进跨文化理解和尊重，建立多元文化的包容性工作环境。</a:t>
            </a:r>
          </a:p>
          <a:p>
            <a:pPr marL="1657350" lvl="3"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开展反馈机制：</a:t>
            </a:r>
            <a:r>
              <a:rPr lang="zh-CN" altLang="en-US" sz="1200" dirty="0">
                <a:latin typeface="Source Han Sans CN" panose="020B0500000000000000" pitchFamily="34" charset="-128"/>
                <a:ea typeface="Source Han Sans CN" panose="020B0500000000000000" pitchFamily="34" charset="-128"/>
              </a:rPr>
              <a:t>建立开放的反馈机制，鼓励团队成员表达自己的观点和感受。定期举行团队会议，讨论团队合作中遇到的问题，共同寻找解决方案。</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公正公平</a:t>
            </a:r>
            <a:endParaRPr lang="en-US" altLang="zh-CN" sz="1200" b="1" dirty="0">
              <a:latin typeface="Source Han Sans CN" panose="020B0500000000000000" pitchFamily="34" charset="-128"/>
              <a:ea typeface="Source Han Sans CN" panose="020B0500000000000000" pitchFamily="34" charset="-128"/>
            </a:endParaRPr>
          </a:p>
          <a:p>
            <a:pPr marL="1200150" lvl="2"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分析：</a:t>
            </a:r>
            <a:r>
              <a:rPr lang="zh-CN" altLang="en-US" sz="1200" dirty="0">
                <a:latin typeface="Source Han Sans CN" panose="020B0500000000000000" pitchFamily="34" charset="-128"/>
                <a:ea typeface="Source Han Sans CN" panose="020B0500000000000000" pitchFamily="34" charset="-128"/>
              </a:rPr>
              <a:t>公正公平是管理者赢得团队尊重和信任的基石。根据您的评测结果，公正公平是您在他评分数里最低的一项维度。这可能意味着在日常管理中，团队成员可能感受到了评价标准的不一致性或资源分配的不均衡性。这种感觉如果得不到有效管理和调整，可能会损害团队的凝聚力和工作动力，特别是在多元化的团队中，公平感的缺失会加剧团队成员的不安全感和不满。</a:t>
            </a:r>
          </a:p>
          <a:p>
            <a:pPr marL="1200150" lvl="2"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改进建议：</a:t>
            </a:r>
          </a:p>
          <a:p>
            <a:pPr marL="1657350" lvl="3"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明确评价标准：</a:t>
            </a:r>
            <a:r>
              <a:rPr lang="zh-CN" altLang="en-US" sz="1200" dirty="0">
                <a:latin typeface="Source Han Sans CN" panose="020B0500000000000000" pitchFamily="34" charset="-128"/>
                <a:ea typeface="Source Han Sans CN" panose="020B0500000000000000" pitchFamily="34" charset="-128"/>
              </a:rPr>
              <a:t>制定并公开透明的评价标准和绩效指标，确保每位团队成员都清楚自己的工作目标和评价依据。</a:t>
            </a:r>
          </a:p>
          <a:p>
            <a:pPr marL="1657350" lvl="3"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定期开展团队建设：</a:t>
            </a:r>
            <a:r>
              <a:rPr lang="zh-CN" altLang="en-US" sz="1200" dirty="0">
                <a:latin typeface="Source Han Sans CN" panose="020B0500000000000000" pitchFamily="34" charset="-128"/>
                <a:ea typeface="Source Han Sans CN" panose="020B0500000000000000" pitchFamily="34" charset="-128"/>
              </a:rPr>
              <a:t>通过团队建设活动促进团队成员之间的了解和沟通，增强团队的凝聚力和公平感。</a:t>
            </a:r>
          </a:p>
          <a:p>
            <a:pPr marL="742950" lvl="1" indent="-285750">
              <a:lnSpc>
                <a:spcPts val="2280"/>
              </a:lnSpc>
              <a:buFont typeface="Arial" panose="020B0604020202020204" pitchFamily="34" charset="0"/>
              <a:buChar char="•"/>
            </a:pPr>
            <a:endParaRPr lang="en-US" altLang="zh-CN" sz="1200" b="1" dirty="0">
              <a:highlight>
                <a:srgbClr val="FF0000"/>
              </a:highlight>
              <a:latin typeface="Source Han Sans CN" panose="020B0500000000000000" pitchFamily="34" charset="-128"/>
              <a:ea typeface="Source Han Sans CN" panose="020B0500000000000000" pitchFamily="34" charset="-128"/>
            </a:endParaRPr>
          </a:p>
        </p:txBody>
      </p:sp>
    </p:spTree>
    <p:extLst>
      <p:ext uri="{BB962C8B-B14F-4D97-AF65-F5344CB8AC3E}">
        <p14:creationId xmlns:p14="http://schemas.microsoft.com/office/powerpoint/2010/main" val="1211622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17" name="文本框 16">
            <a:extLst>
              <a:ext uri="{FF2B5EF4-FFF2-40B4-BE49-F238E27FC236}">
                <a16:creationId xmlns:a16="http://schemas.microsoft.com/office/drawing/2014/main" id="{BE6E30B4-6117-554A-9B1A-AA393648F508}"/>
              </a:ext>
            </a:extLst>
          </p:cNvPr>
          <p:cNvSpPr txBox="1"/>
          <p:nvPr/>
        </p:nvSpPr>
        <p:spPr>
          <a:xfrm>
            <a:off x="258618" y="901513"/>
            <a:ext cx="11659404" cy="6234784"/>
          </a:xfrm>
          <a:prstGeom prst="rect">
            <a:avLst/>
          </a:prstGeom>
          <a:noFill/>
        </p:spPr>
        <p:txBody>
          <a:bodyPr wrap="square">
            <a:spAutoFit/>
          </a:bodyPr>
          <a:lstStyle/>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目标感</a:t>
            </a:r>
          </a:p>
          <a:p>
            <a:pPr marL="1200150" lvl="2"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分析： </a:t>
            </a:r>
            <a:r>
              <a:rPr lang="zh-CN" altLang="en-US" sz="1200" dirty="0">
                <a:latin typeface="Source Han Sans CN" panose="020B0500000000000000" pitchFamily="34" charset="-128"/>
                <a:ea typeface="Source Han Sans CN" panose="020B0500000000000000" pitchFamily="34" charset="-128"/>
              </a:rPr>
              <a:t>目标感对于团队的导向和动力具有重要作用。您的得分表明，在建立和维持团队目标感方面存在一定的挑战。这可能是因为目标设定不够明确、团队成员对目标的认同度不高，或者在目标追求过程中缺乏持续的激励和监督。目标感的缺失会导致团队工作缺乏方向，影响团队的执行力和绩效。</a:t>
            </a:r>
          </a:p>
          <a:p>
            <a:pPr marL="1200150" lvl="2"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改进建议：</a:t>
            </a:r>
          </a:p>
          <a:p>
            <a:pPr marL="1657350" lvl="3"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设定清晰的目标：</a:t>
            </a:r>
            <a:r>
              <a:rPr lang="zh-CN" altLang="en-US" sz="1200" dirty="0">
                <a:latin typeface="Source Han Sans CN" panose="020B0500000000000000" pitchFamily="34" charset="-128"/>
                <a:ea typeface="Source Han Sans CN" panose="020B0500000000000000" pitchFamily="34" charset="-128"/>
              </a:rPr>
              <a:t>利用</a:t>
            </a:r>
            <a:r>
              <a:rPr lang="en-US" altLang="zh-CN" sz="1200" dirty="0">
                <a:latin typeface="Source Han Sans CN" panose="020B0500000000000000" pitchFamily="34" charset="-128"/>
                <a:ea typeface="Source Han Sans CN" panose="020B0500000000000000" pitchFamily="34" charset="-128"/>
              </a:rPr>
              <a:t>SMART</a:t>
            </a:r>
            <a:r>
              <a:rPr lang="zh-CN" altLang="en-US" sz="1200" dirty="0">
                <a:latin typeface="Source Han Sans CN" panose="020B0500000000000000" pitchFamily="34" charset="-128"/>
                <a:ea typeface="Source Han Sans CN" panose="020B0500000000000000" pitchFamily="34" charset="-128"/>
              </a:rPr>
              <a:t>原则设定清晰、具体、可衡量、可达成、具有时间限制的目标，确保每位团队成员都能理解并认同。</a:t>
            </a:r>
          </a:p>
          <a:p>
            <a:pPr marL="1657350" lvl="3"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建立目标追踪机制：</a:t>
            </a:r>
            <a:r>
              <a:rPr lang="zh-CN" altLang="en-US" sz="1200" dirty="0">
                <a:latin typeface="Source Han Sans CN" panose="020B0500000000000000" pitchFamily="34" charset="-128"/>
                <a:ea typeface="Source Han Sans CN" panose="020B0500000000000000" pitchFamily="34" charset="-128"/>
              </a:rPr>
              <a:t>通过定期的进度检查和反馈会议，监督目标的实现进程，及时调整策略和计划。</a:t>
            </a:r>
          </a:p>
          <a:p>
            <a:pPr marL="1657350" lvl="3"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激励与认可：</a:t>
            </a:r>
            <a:r>
              <a:rPr lang="zh-CN" altLang="en-US" sz="1200" dirty="0">
                <a:latin typeface="Source Han Sans CN" panose="020B0500000000000000" pitchFamily="34" charset="-128"/>
                <a:ea typeface="Source Han Sans CN" panose="020B0500000000000000" pitchFamily="34" charset="-128"/>
              </a:rPr>
              <a:t>为达成目标的个人或团队设立奖励机制，公开认可他们的贡献和努力，增强团队成员的目标感和归属感。</a:t>
            </a:r>
            <a:endParaRPr lang="en-US" altLang="zh-CN" sz="1200" b="1" dirty="0">
              <a:highlight>
                <a:srgbClr val="FF0000"/>
              </a:highlight>
              <a:latin typeface="Source Han Sans CN" panose="020B0500000000000000" pitchFamily="34" charset="-128"/>
              <a:ea typeface="Source Han Sans CN" panose="020B0500000000000000" pitchFamily="34" charset="-128"/>
            </a:endParaRPr>
          </a:p>
          <a:p>
            <a:pPr marL="285750" indent="-285750">
              <a:lnSpc>
                <a:spcPts val="2280"/>
              </a:lnSpc>
              <a:buFont typeface="Arial" panose="020B0604020202020204" pitchFamily="34" charset="0"/>
              <a:buChar char="•"/>
            </a:pPr>
            <a:r>
              <a:rPr lang="zh-CN" altLang="en-US" sz="1600" b="1" dirty="0">
                <a:highlight>
                  <a:srgbClr val="FF0000"/>
                </a:highlight>
                <a:latin typeface="Source Han Sans CN" panose="020B0500000000000000" pitchFamily="34" charset="-128"/>
                <a:ea typeface="Source Han Sans CN" panose="020B0500000000000000" pitchFamily="34" charset="-128"/>
              </a:rPr>
              <a:t>盲区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本地化策略</a:t>
            </a:r>
          </a:p>
          <a:p>
            <a:pPr marL="1200150" lvl="2"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分析：</a:t>
            </a:r>
            <a:r>
              <a:rPr lang="zh-CN" altLang="en-US" sz="1200" dirty="0">
                <a:latin typeface="Source Han Sans CN" panose="020B0500000000000000" pitchFamily="34" charset="-128"/>
                <a:ea typeface="Source Han Sans CN" panose="020B0500000000000000" pitchFamily="34" charset="-128"/>
              </a:rPr>
              <a:t>您对本地化策略的自我评价较高，认为自己在理解当地市场特性、利用本地资源及调整管理和运营策略方面做得相对不错，然而下属的评分较低，表明存在明显的盲区。这一差异可能源于几个方面：首先，可能是在制定策略时过于依赖自身经验，而忽略了团队成员对当地市场的直观理解和深入见解；其次，可能在执行策略时未能充分动员和利用团队成员的本地知识和网络资源；最后，也可能是管理和运营策略调整不够灵活，未能及时响应当地市场和文化的变化。</a:t>
            </a:r>
          </a:p>
          <a:p>
            <a:pPr marL="1200150" lvl="2"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改进建议：</a:t>
            </a:r>
          </a:p>
          <a:p>
            <a:pPr marL="1657350" lvl="3"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加强团队参与：</a:t>
            </a:r>
            <a:r>
              <a:rPr lang="zh-CN" altLang="en-US" sz="1200" dirty="0">
                <a:latin typeface="Source Han Sans CN" panose="020B0500000000000000" pitchFamily="34" charset="-128"/>
                <a:ea typeface="Source Han Sans CN" panose="020B0500000000000000" pitchFamily="34" charset="-128"/>
              </a:rPr>
              <a:t>在制定本地化策略时，更多地将团队成员纳入决策过程。利用团队成员的本地知识和网络，进行头脑风暴，共同识别市场机会和潜在挑战。这不仅可以增强策略的全面性和实用性，也能提升团队成员的参与感和归属感。</a:t>
            </a:r>
          </a:p>
          <a:p>
            <a:pPr marL="1657350" lvl="3"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建立本地化智库：</a:t>
            </a:r>
            <a:r>
              <a:rPr lang="zh-CN" altLang="en-US" sz="1200" dirty="0">
                <a:latin typeface="Source Han Sans CN" panose="020B0500000000000000" pitchFamily="34" charset="-128"/>
                <a:ea typeface="Source Han Sans CN" panose="020B0500000000000000" pitchFamily="34" charset="-128"/>
              </a:rPr>
              <a:t>可尝试组建本地化智库，定期收集和分析当地市场动态、消费者行为和竞争对手情况。通过这种机制，保持策略的灵活性和时效性，确保能够快速应对市场变化。</a:t>
            </a:r>
          </a:p>
          <a:p>
            <a:pPr marL="1657350" lvl="3"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反馈机制的建立与优化：</a:t>
            </a:r>
            <a:r>
              <a:rPr lang="zh-CN" altLang="en-US" sz="1200" dirty="0">
                <a:latin typeface="Source Han Sans CN" panose="020B0500000000000000" pitchFamily="34" charset="-128"/>
                <a:ea typeface="Source Han Sans CN" panose="020B0500000000000000" pitchFamily="34" charset="-128"/>
              </a:rPr>
              <a:t>建立一个高效的反馈机制，定期收集团队成员和客户对本地化策略的反馈。利用这些反馈进行策略的微调和优化，确保策略始终符合当地市场的实际需求。</a:t>
            </a:r>
            <a:br>
              <a:rPr lang="zh-CN" altLang="en-US" sz="1200" b="1" dirty="0">
                <a:latin typeface="Source Han Sans CN" panose="020B0500000000000000" pitchFamily="34" charset="-128"/>
                <a:ea typeface="Source Han Sans CN" panose="020B0500000000000000" pitchFamily="34" charset="-128"/>
              </a:rPr>
            </a:br>
            <a:endParaRPr lang="zh-CN" altLang="en-US" sz="1200" b="1" dirty="0">
              <a:latin typeface="Source Han Sans CN" panose="020B0500000000000000" pitchFamily="34" charset="-128"/>
              <a:ea typeface="Source Han Sans CN" panose="020B0500000000000000" pitchFamily="34" charset="-128"/>
            </a:endParaRPr>
          </a:p>
        </p:txBody>
      </p:sp>
    </p:spTree>
    <p:extLst>
      <p:ext uri="{BB962C8B-B14F-4D97-AF65-F5344CB8AC3E}">
        <p14:creationId xmlns:p14="http://schemas.microsoft.com/office/powerpoint/2010/main" val="2246647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17" name="文本框 16">
            <a:extLst>
              <a:ext uri="{FF2B5EF4-FFF2-40B4-BE49-F238E27FC236}">
                <a16:creationId xmlns:a16="http://schemas.microsoft.com/office/drawing/2014/main" id="{BE6E30B4-6117-554A-9B1A-AA393648F508}"/>
              </a:ext>
            </a:extLst>
          </p:cNvPr>
          <p:cNvSpPr txBox="1"/>
          <p:nvPr/>
        </p:nvSpPr>
        <p:spPr>
          <a:xfrm>
            <a:off x="258618" y="901513"/>
            <a:ext cx="11659404" cy="2695353"/>
          </a:xfrm>
          <a:prstGeom prst="rect">
            <a:avLst/>
          </a:prstGeom>
          <a:noFill/>
        </p:spPr>
        <p:txBody>
          <a:bodyPr wrap="square">
            <a:spAutoFit/>
          </a:bodyPr>
          <a:lstStyle/>
          <a:p>
            <a:pPr marL="285750" indent="-285750">
              <a:lnSpc>
                <a:spcPts val="2280"/>
              </a:lnSpc>
              <a:buFont typeface="Arial" panose="020B0604020202020204" pitchFamily="34" charset="0"/>
              <a:buChar char="•"/>
            </a:pPr>
            <a:r>
              <a:rPr lang="zh-CN" altLang="en-US" sz="1600" b="1" dirty="0">
                <a:highlight>
                  <a:srgbClr val="FF0000"/>
                </a:highlight>
                <a:latin typeface="Source Han Sans CN" panose="020B0500000000000000" pitchFamily="34" charset="-128"/>
                <a:ea typeface="Source Han Sans CN" panose="020B0500000000000000" pitchFamily="34" charset="-128"/>
              </a:rPr>
              <a:t>盲区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适应多元化</a:t>
            </a:r>
            <a:endParaRPr lang="en-US" altLang="zh-CN" sz="1200" b="1" dirty="0">
              <a:latin typeface="Source Han Sans CN" panose="020B0500000000000000" pitchFamily="34" charset="-128"/>
              <a:ea typeface="Source Han Sans CN" panose="020B0500000000000000" pitchFamily="34" charset="-128"/>
            </a:endParaRPr>
          </a:p>
          <a:p>
            <a:pPr marL="1200150" lvl="2"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分析：</a:t>
            </a:r>
            <a:r>
              <a:rPr lang="zh-CN" altLang="en-US" sz="1200" dirty="0">
                <a:latin typeface="Source Han Sans CN" panose="020B0500000000000000" pitchFamily="34" charset="-128"/>
                <a:ea typeface="Source Han Sans CN" panose="020B0500000000000000" pitchFamily="34" charset="-128"/>
              </a:rPr>
              <a:t>相信您拥有丰富的跨文化经验，自评认为在适应多元化方面做得相当不错，但下属的评分较低，这揭示了一个重要的盲区。这种差异可能源于几个方面：首先，可能在理解和尊重多元文化背景方面，实际执行未能完全达到团队成员的期望；其次，虽然您试图适应不同的文化社会习俗和工作方式，但可能在应用过程中未能充分展现对每位团队成员个性化需求的敏感性和适应性；最后，有效沟通和协作的建立，尤其在跨文化环境下，需要持续的努力和策略调整，以确保每位成员都能感受到被理解和尊重。</a:t>
            </a:r>
            <a:endParaRPr lang="en-US" altLang="zh-CN" sz="1200" dirty="0">
              <a:latin typeface="Source Han Sans CN" panose="020B0500000000000000" pitchFamily="34" charset="-128"/>
              <a:ea typeface="Source Han Sans CN" panose="020B0500000000000000" pitchFamily="34" charset="-128"/>
            </a:endParaRPr>
          </a:p>
          <a:p>
            <a:pPr marL="1200150" lvl="2"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改进建议：</a:t>
            </a:r>
          </a:p>
          <a:p>
            <a:pPr marL="1657350" lvl="3"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反馈机制：</a:t>
            </a:r>
            <a:r>
              <a:rPr lang="zh-CN" altLang="en-US" sz="1200" dirty="0">
                <a:latin typeface="Source Han Sans CN" panose="020B0500000000000000" pitchFamily="34" charset="-128"/>
                <a:ea typeface="Source Han Sans CN" panose="020B0500000000000000" pitchFamily="34" charset="-128"/>
              </a:rPr>
              <a:t>持续构建反馈机制，收集团队成员对您跨文化环境适应性的感受和建议。利用这些反馈进行策略的调整和优化，确保多元文化适应策略始终符合团队的实际需求和期望。</a:t>
            </a:r>
          </a:p>
        </p:txBody>
      </p:sp>
    </p:spTree>
    <p:extLst>
      <p:ext uri="{BB962C8B-B14F-4D97-AF65-F5344CB8AC3E}">
        <p14:creationId xmlns:p14="http://schemas.microsoft.com/office/powerpoint/2010/main" val="4125719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17" name="文本框 16">
            <a:extLst>
              <a:ext uri="{FF2B5EF4-FFF2-40B4-BE49-F238E27FC236}">
                <a16:creationId xmlns:a16="http://schemas.microsoft.com/office/drawing/2014/main" id="{BE6E30B4-6117-554A-9B1A-AA393648F508}"/>
              </a:ext>
            </a:extLst>
          </p:cNvPr>
          <p:cNvSpPr txBox="1"/>
          <p:nvPr/>
        </p:nvSpPr>
        <p:spPr>
          <a:xfrm>
            <a:off x="266298" y="978374"/>
            <a:ext cx="11659404" cy="5349926"/>
          </a:xfrm>
          <a:prstGeom prst="rect">
            <a:avLst/>
          </a:prstGeom>
          <a:noFill/>
        </p:spPr>
        <p:txBody>
          <a:bodyPr wrap="square">
            <a:spAutoFit/>
          </a:bodyPr>
          <a:lstStyle/>
          <a:p>
            <a:pPr marL="285750" indent="-285750">
              <a:lnSpc>
                <a:spcPts val="228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优势共识区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业务熟悉度、全局意识、优先级意识、果断决策</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业务熟悉度</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在优势共识区内，业务熟悉度突显为您自己和下属都认同的显著优势，这表明您能够迅速捕捉行业变化趋势，并有效地将这些趋势融合到业务决策中。同时，您对公司内部的业务流程、关键项目及其发展状况有着深刻的理解和敏锐的洞察力。这种能力不仅为公司把握市场机遇提供了有力支撑，也为团队建立了清晰的方向和目标。未来也建议鼓励团队成员参与到业务研究和策略制定中来，通过实际项目和特定任务的分配，提升团队成员对业务的敏感度和理解能力。这样不仅能够提升团队的整体业务能力，也能够激发团队成员的创新思维。</a:t>
            </a:r>
            <a:endParaRPr lang="en-US" altLang="zh-CN" sz="1200"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全局意识</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表明您能够在跨文化环境中有效地进行资源分配和目标设定，并且能够从公司总部和当地业务的双重视角出发，制定和执行有效的战略。这种能力使您在面对复杂的全球化挑战时，能够保持组织的战略方向和业务连贯性。您的全局意识不仅体现在对组织整体利益的考量上，还反映在您能够预见未来趋势和潜在问题，并据此制定策略的能力上。</a:t>
            </a:r>
            <a:endParaRPr lang="en-US" altLang="zh-CN" sz="1200"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优先级意识</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您在优先级意识方面的显著优势，体现了您能够清晰识别并分辨工作任务的紧急度与重要度，有效地安排和调整资源分配。这种能力对于确保团队焦点、提升工作效率、及时应对关键挑战至关重要。您的这一优势不仅促进了项目按时完成，还提高了团队对面临的任务和目标的明确性。当然随着业务的发展和环境的变化，保持和提升这一优势需要您不断地调整和优化决策和执行过程。</a:t>
            </a:r>
            <a:r>
              <a:rPr lang="zh-CN" altLang="en-US" sz="1200" b="1" dirty="0">
                <a:latin typeface="Source Han Sans CN" panose="020B0500000000000000" pitchFamily="34" charset="-128"/>
                <a:ea typeface="Source Han Sans CN" panose="020B0500000000000000" pitchFamily="34" charset="-128"/>
              </a:rPr>
              <a:t>果断决策</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您在果断决策上的优势表明您具备快速分析情况、权衡利弊并作出决定的能力，这在管理中是极其宝贵的。尤其是在跨文化和多变的市场环境中，能够迅速而准确地做出决策，不仅展现了您的专业能力，也体现了您对当地文化和市场特性的深刻理解。此外，您在决策后愿意承担相应责任，这增强了团队的信心和凝聚力，为团队树立了积极向上的榜样。然而，保持这一优势的同时，也需要确保决策过程的透明性和合理性，避免冒进和片面决策。</a:t>
            </a:r>
            <a:r>
              <a:rPr lang="en-US" altLang="zh-CN" sz="1200" dirty="0">
                <a:latin typeface="Source Han Sans CN" panose="020B0500000000000000" pitchFamily="34" charset="-128"/>
                <a:ea typeface="Source Han Sans CN" panose="020B0500000000000000" pitchFamily="34" charset="-128"/>
              </a:rPr>
              <a:t>	</a:t>
            </a:r>
          </a:p>
        </p:txBody>
      </p:sp>
    </p:spTree>
    <p:extLst>
      <p:ext uri="{BB962C8B-B14F-4D97-AF65-F5344CB8AC3E}">
        <p14:creationId xmlns:p14="http://schemas.microsoft.com/office/powerpoint/2010/main" val="2567804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17" name="文本框 16">
            <a:extLst>
              <a:ext uri="{FF2B5EF4-FFF2-40B4-BE49-F238E27FC236}">
                <a16:creationId xmlns:a16="http://schemas.microsoft.com/office/drawing/2014/main" id="{BE6E30B4-6117-554A-9B1A-AA393648F508}"/>
              </a:ext>
            </a:extLst>
          </p:cNvPr>
          <p:cNvSpPr txBox="1"/>
          <p:nvPr/>
        </p:nvSpPr>
        <p:spPr>
          <a:xfrm>
            <a:off x="266298" y="978374"/>
            <a:ext cx="11659404" cy="1515543"/>
          </a:xfrm>
          <a:prstGeom prst="rect">
            <a:avLst/>
          </a:prstGeom>
          <a:noFill/>
        </p:spPr>
        <p:txBody>
          <a:bodyPr wrap="square">
            <a:spAutoFit/>
          </a:bodyPr>
          <a:lstStyle/>
          <a:p>
            <a:pPr marL="285750" indent="-285750">
              <a:lnSpc>
                <a:spcPts val="228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潜能区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战略传达</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分析</a:t>
            </a:r>
            <a:r>
              <a:rPr lang="zh-CN" altLang="en-US" sz="1200" dirty="0">
                <a:latin typeface="Source Han Sans CN" panose="020B0500000000000000" pitchFamily="34" charset="-128"/>
                <a:ea typeface="Source Han Sans CN" panose="020B0500000000000000" pitchFamily="34" charset="-128"/>
              </a:rPr>
              <a:t>：您的自评在过程管理方面较低，但他评反映出您的表现已经超出团队成员的期待。这一差异揭示了一个重要的洞察：您可能对自己在监督工作进程、提供反馈、调整计划和策略的能力缺乏足够的认识或信心。然而，团队成员的高度评价表明，您在实际操作中有效地跟踪了工作进程，及时地给予了指导和支持，且能够根据反馈迅速调整方案，以优化工作流程和提升团队效率。</a:t>
            </a:r>
          </a:p>
        </p:txBody>
      </p:sp>
    </p:spTree>
    <p:extLst>
      <p:ext uri="{BB962C8B-B14F-4D97-AF65-F5344CB8AC3E}">
        <p14:creationId xmlns:p14="http://schemas.microsoft.com/office/powerpoint/2010/main" val="3094275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表 5">
            <a:extLst>
              <a:ext uri="{FF2B5EF4-FFF2-40B4-BE49-F238E27FC236}">
                <a16:creationId xmlns:a16="http://schemas.microsoft.com/office/drawing/2014/main" id="{9DBAAFD8-6ABF-EE40-BE83-0E5E0AAFCA42}"/>
              </a:ext>
            </a:extLst>
          </p:cNvPr>
          <p:cNvGraphicFramePr/>
          <p:nvPr>
            <p:extLst>
              <p:ext uri="{D42A27DB-BD31-4B8C-83A1-F6EECF244321}">
                <p14:modId xmlns:p14="http://schemas.microsoft.com/office/powerpoint/2010/main" val="1233476299"/>
              </p:ext>
            </p:extLst>
          </p:nvPr>
        </p:nvGraphicFramePr>
        <p:xfrm>
          <a:off x="112404" y="906810"/>
          <a:ext cx="11827959" cy="5695102"/>
        </p:xfrm>
        <a:graphic>
          <a:graphicData uri="http://schemas.openxmlformats.org/drawingml/2006/chart">
            <c:chart xmlns:c="http://schemas.openxmlformats.org/drawingml/2006/chart" xmlns:r="http://schemas.openxmlformats.org/officeDocument/2006/relationships" r:id="rId3"/>
          </a:graphicData>
        </a:graphic>
      </p:graphicFrame>
      <p:sp>
        <p:nvSpPr>
          <p:cNvPr id="3" name="矩形 2">
            <a:extLst>
              <a:ext uri="{FF2B5EF4-FFF2-40B4-BE49-F238E27FC236}">
                <a16:creationId xmlns:a16="http://schemas.microsoft.com/office/drawing/2014/main" id="{07709377-D5AF-557F-A813-6BB095FB0DB1}"/>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4" name="图片 3">
            <a:extLst>
              <a:ext uri="{FF2B5EF4-FFF2-40B4-BE49-F238E27FC236}">
                <a16:creationId xmlns:a16="http://schemas.microsoft.com/office/drawing/2014/main" id="{20E39502-6558-EB7E-64B9-A1A5A5BA7A03}"/>
              </a:ext>
            </a:extLst>
          </p:cNvPr>
          <p:cNvPicPr>
            <a:picLocks noChangeAspect="1"/>
          </p:cNvPicPr>
          <p:nvPr/>
        </p:nvPicPr>
        <p:blipFill rotWithShape="1">
          <a:blip r:embed="rId4"/>
          <a:srcRect l="20021" t="41751" r="19051" b="41684"/>
          <a:stretch/>
        </p:blipFill>
        <p:spPr>
          <a:xfrm>
            <a:off x="9542522" y="256088"/>
            <a:ext cx="2521527" cy="411337"/>
          </a:xfrm>
          <a:prstGeom prst="rect">
            <a:avLst/>
          </a:prstGeom>
        </p:spPr>
      </p:pic>
      <p:sp>
        <p:nvSpPr>
          <p:cNvPr id="8" name="文本框 7">
            <a:extLst>
              <a:ext uri="{FF2B5EF4-FFF2-40B4-BE49-F238E27FC236}">
                <a16:creationId xmlns:a16="http://schemas.microsoft.com/office/drawing/2014/main" id="{D7E6CFB9-2665-1E4E-B50F-473308E9C626}"/>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所有维度得分情况</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Tree>
    <p:extLst>
      <p:ext uri="{BB962C8B-B14F-4D97-AF65-F5344CB8AC3E}">
        <p14:creationId xmlns:p14="http://schemas.microsoft.com/office/powerpoint/2010/main" val="2487300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058D5C6E-553E-A94E-AC0C-27560690DBC5}"/>
              </a:ext>
            </a:extLst>
          </p:cNvPr>
          <p:cNvPicPr>
            <a:picLocks noChangeAspect="1"/>
          </p:cNvPicPr>
          <p:nvPr/>
        </p:nvPicPr>
        <p:blipFill>
          <a:blip r:embed="rId3"/>
          <a:stretch>
            <a:fillRect/>
          </a:stretch>
        </p:blipFill>
        <p:spPr>
          <a:xfrm>
            <a:off x="0" y="0"/>
            <a:ext cx="12192000" cy="6858000"/>
          </a:xfrm>
          <a:prstGeom prst="rect">
            <a:avLst/>
          </a:prstGeom>
        </p:spPr>
      </p:pic>
      <p:sp>
        <p:nvSpPr>
          <p:cNvPr id="3" name="矩形 2"/>
          <p:cNvSpPr/>
          <p:nvPr/>
        </p:nvSpPr>
        <p:spPr>
          <a:xfrm>
            <a:off x="0" y="0"/>
            <a:ext cx="12192000" cy="6858000"/>
          </a:xfrm>
          <a:prstGeom prst="rect">
            <a:avLst/>
          </a:prstGeom>
          <a:gradFill flip="none" rotWithShape="1">
            <a:gsLst>
              <a:gs pos="20000">
                <a:srgbClr val="0F6FC6"/>
              </a:gs>
              <a:gs pos="86000">
                <a:srgbClr val="0F6FC6">
                  <a:alpha val="0"/>
                </a:srgb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思源黑体 CN Light"/>
              <a:ea typeface="思源黑体 CN Light"/>
              <a:cs typeface="+mn-cs"/>
            </a:endParaRPr>
          </a:p>
        </p:txBody>
      </p:sp>
      <p:sp>
        <p:nvSpPr>
          <p:cNvPr id="10" name="文本框 9"/>
          <p:cNvSpPr txBox="1"/>
          <p:nvPr/>
        </p:nvSpPr>
        <p:spPr>
          <a:xfrm>
            <a:off x="355348" y="2094976"/>
            <a:ext cx="11311855" cy="461665"/>
          </a:xfrm>
          <a:prstGeom prst="rect">
            <a:avLst/>
          </a:prstGeom>
          <a:noFill/>
        </p:spPr>
        <p:txBody>
          <a:bodyPr wrap="square" rtlCol="0">
            <a:spAutoFit/>
          </a:bodyPr>
          <a:lstStyle/>
          <a:p>
            <a:pPr>
              <a:lnSpc>
                <a:spcPct val="100000"/>
              </a:lnSpc>
              <a:defRPr/>
            </a:pPr>
            <a:r>
              <a:rPr lang="zh-CN" altLang="en-US" sz="2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海外</a:t>
            </a:r>
            <a:r>
              <a:rPr lang="en-US" altLang="zh-CN" sz="2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CM</a:t>
            </a:r>
            <a:r>
              <a:rPr lang="zh-CN" altLang="en-US" sz="2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管理者评测报告后记</a:t>
            </a:r>
            <a:endParaRPr kumimoji="0" lang="zh-CN" altLang="en-US" sz="2400" u="none" strike="noStrike" kern="1200" cap="none" spc="700" normalizeH="0" baseline="0" noProof="0" dirty="0">
              <a:ln>
                <a:noFill/>
              </a:ln>
              <a:solidFill>
                <a:prstClr val="white"/>
              </a:solidFill>
              <a:effectLst>
                <a:outerShdw blurRad="38100" dist="38100" dir="2700000" algn="tl">
                  <a:srgbClr val="000000">
                    <a:alpha val="10000"/>
                  </a:srgbClr>
                </a:outerShdw>
              </a:effectLst>
              <a:uLnTx/>
              <a:uFillTx/>
              <a:latin typeface="Source Han Sans CN Bold" panose="020B0500000000000000" pitchFamily="34" charset="-128"/>
              <a:ea typeface="Source Han Sans CN Bold" panose="020B0500000000000000" pitchFamily="34" charset="-128"/>
            </a:endParaRPr>
          </a:p>
        </p:txBody>
      </p:sp>
      <p:sp>
        <p:nvSpPr>
          <p:cNvPr id="11" name="文本框 10"/>
          <p:cNvSpPr txBox="1"/>
          <p:nvPr/>
        </p:nvSpPr>
        <p:spPr>
          <a:xfrm>
            <a:off x="355347" y="2729920"/>
            <a:ext cx="6569559" cy="2031325"/>
          </a:xfrm>
          <a:prstGeom prst="rect">
            <a:avLst/>
          </a:prstGeom>
          <a:noFill/>
        </p:spPr>
        <p:txBody>
          <a:bodyPr wrap="square" rtlCol="0">
            <a:spAutoFit/>
          </a:bodyPr>
          <a:lstStyle/>
          <a:p>
            <a:pPr marL="342900" indent="-342900">
              <a:buFont typeface="Arial" panose="020B0604020202020204" pitchFamily="34" charset="0"/>
              <a:buChar char="•"/>
            </a:pPr>
            <a:r>
              <a:rPr lang="zh-CN" altLang="en-US"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管理测评旨在通过多角度多维度的反馈，帮助管理者全面了解自身能力，并制定提升计划，促进持续成长。</a:t>
            </a:r>
          </a:p>
          <a:p>
            <a:pPr marL="342900" indent="-342900">
              <a:buFont typeface="Arial" panose="020B0604020202020204" pitchFamily="34" charset="0"/>
              <a:buChar char="•"/>
            </a:pPr>
            <a:r>
              <a:rPr lang="zh-CN" altLang="en-US"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本项目每年进行一次，后续将持续展现年度间的对比情况，方便管理者进行跟进了解。</a:t>
            </a:r>
          </a:p>
          <a:p>
            <a:pPr marL="342900" indent="-342900">
              <a:buFont typeface="Arial" panose="020B0604020202020204" pitchFamily="34" charset="0"/>
              <a:buChar char="•"/>
            </a:pPr>
            <a:r>
              <a:rPr lang="zh-CN" altLang="en-US"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如有任何管理问题、咨询以及技能提升的需求，欢迎随时联系我们。</a:t>
            </a:r>
          </a:p>
        </p:txBody>
      </p:sp>
      <p:cxnSp>
        <p:nvCxnSpPr>
          <p:cNvPr id="12" name="直接连接符 11"/>
          <p:cNvCxnSpPr/>
          <p:nvPr/>
        </p:nvCxnSpPr>
        <p:spPr>
          <a:xfrm>
            <a:off x="454701" y="2664617"/>
            <a:ext cx="56673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E8D2E1E5-5783-933E-5333-1FBB97415652}"/>
              </a:ext>
            </a:extLst>
          </p:cNvPr>
          <p:cNvPicPr>
            <a:picLocks noChangeAspect="1"/>
          </p:cNvPicPr>
          <p:nvPr/>
        </p:nvPicPr>
        <p:blipFill>
          <a:blip r:embed="rId4"/>
          <a:stretch>
            <a:fillRect/>
          </a:stretch>
        </p:blipFill>
        <p:spPr>
          <a:xfrm>
            <a:off x="355348" y="1576674"/>
            <a:ext cx="2764279" cy="518302"/>
          </a:xfrm>
          <a:prstGeom prst="rect">
            <a:avLst/>
          </a:prstGeom>
        </p:spPr>
      </p:pic>
      <p:sp>
        <p:nvSpPr>
          <p:cNvPr id="5" name="副标题 2">
            <a:extLst>
              <a:ext uri="{FF2B5EF4-FFF2-40B4-BE49-F238E27FC236}">
                <a16:creationId xmlns:a16="http://schemas.microsoft.com/office/drawing/2014/main" id="{DE572894-6A69-8F82-9166-7063D23A1991}"/>
              </a:ext>
            </a:extLst>
          </p:cNvPr>
          <p:cNvSpPr txBox="1">
            <a:spLocks/>
          </p:cNvSpPr>
          <p:nvPr/>
        </p:nvSpPr>
        <p:spPr>
          <a:xfrm>
            <a:off x="355347" y="5015651"/>
            <a:ext cx="3972646" cy="757774"/>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spc="200" baseline="0">
                <a:solidFill>
                  <a:schemeClr val="tx1">
                    <a:lumMod val="85000"/>
                    <a:lumOff val="1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rPr>
              <a:t>2024.02</a:t>
            </a:r>
            <a:endParaRPr kumimoji="0" lang="zh-CN" altLang="en-US"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endParaRPr>
          </a:p>
        </p:txBody>
      </p:sp>
    </p:spTree>
    <p:extLst>
      <p:ext uri="{BB962C8B-B14F-4D97-AF65-F5344CB8AC3E}">
        <p14:creationId xmlns:p14="http://schemas.microsoft.com/office/powerpoint/2010/main" val="118987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3_Office 主题">
  <a:themeElements>
    <a:clrScheme name="自定义 10">
      <a:dk1>
        <a:srgbClr val="2E2E2E"/>
      </a:dk1>
      <a:lt1>
        <a:sysClr val="window" lastClr="FFFFFF"/>
      </a:lt1>
      <a:dk2>
        <a:srgbClr val="44546A"/>
      </a:dk2>
      <a:lt2>
        <a:srgbClr val="E7E6E6"/>
      </a:lt2>
      <a:accent1>
        <a:srgbClr val="2FD0D4"/>
      </a:accent1>
      <a:accent2>
        <a:srgbClr val="2E2E2E"/>
      </a:accent2>
      <a:accent3>
        <a:srgbClr val="A5A5A5"/>
      </a:accent3>
      <a:accent4>
        <a:srgbClr val="FFC000"/>
      </a:accent4>
      <a:accent5>
        <a:srgbClr val="4472C4"/>
      </a:accent5>
      <a:accent6>
        <a:srgbClr val="70AD47"/>
      </a:accent6>
      <a:hlink>
        <a:srgbClr val="FFD03B"/>
      </a:hlink>
      <a:folHlink>
        <a:srgbClr val="954F72"/>
      </a:folHlink>
    </a:clrScheme>
    <a:fontScheme name="自定义 7">
      <a:majorFont>
        <a:latin typeface="Source Han Sans Light"/>
        <a:ea typeface="思源黑体 CN Heavy"/>
        <a:cs typeface=""/>
      </a:majorFont>
      <a:minorFont>
        <a:latin typeface="Source Han Sans Light"/>
        <a:ea typeface="思源黑体 CN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Personnalisé 30">
      <a:dk1>
        <a:srgbClr val="1D1D1D"/>
      </a:dk1>
      <a:lt1>
        <a:sysClr val="window" lastClr="FFFFFF"/>
      </a:lt1>
      <a:dk2>
        <a:srgbClr val="111111"/>
      </a:dk2>
      <a:lt2>
        <a:srgbClr val="F8F8F8"/>
      </a:lt2>
      <a:accent1>
        <a:srgbClr val="F44336"/>
      </a:accent1>
      <a:accent2>
        <a:srgbClr val="9C27B0"/>
      </a:accent2>
      <a:accent3>
        <a:srgbClr val="3F51B5"/>
      </a:accent3>
      <a:accent4>
        <a:srgbClr val="03A9F4"/>
      </a:accent4>
      <a:accent5>
        <a:srgbClr val="009688"/>
      </a:accent5>
      <a:accent6>
        <a:srgbClr val="8BC34A"/>
      </a:accent6>
      <a:hlink>
        <a:srgbClr val="F44336"/>
      </a:hlink>
      <a:folHlink>
        <a:srgbClr val="3F51B5"/>
      </a:folHlink>
    </a:clrScheme>
    <a:fontScheme name="Slidor">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bIns="0" rtlCol="0" anchor="t">
        <a:spAutoFit/>
      </a:bodyPr>
      <a:lstStyle>
        <a:defPPr algn="l">
          <a:lnSpc>
            <a:spcPct val="150000"/>
          </a:lnSpc>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9548</TotalTime>
  <Words>3488</Words>
  <Application>Microsoft Macintosh PowerPoint</Application>
  <PresentationFormat>宽屏</PresentationFormat>
  <Paragraphs>194</Paragraphs>
  <Slides>16</Slides>
  <Notes>8</Notes>
  <HiddenSlides>0</HiddenSlides>
  <MMClips>0</MMClips>
  <ScaleCrop>false</ScaleCrop>
  <HeadingPairs>
    <vt:vector size="6" baseType="variant">
      <vt:variant>
        <vt:lpstr>已用的字体</vt:lpstr>
      </vt:variant>
      <vt:variant>
        <vt:i4>19</vt:i4>
      </vt:variant>
      <vt:variant>
        <vt:lpstr>主题</vt:lpstr>
      </vt:variant>
      <vt:variant>
        <vt:i4>3</vt:i4>
      </vt:variant>
      <vt:variant>
        <vt:lpstr>幻灯片标题</vt:lpstr>
      </vt:variant>
      <vt:variant>
        <vt:i4>16</vt:i4>
      </vt:variant>
    </vt:vector>
  </HeadingPairs>
  <TitlesOfParts>
    <vt:vector size="38" baseType="lpstr">
      <vt:lpstr>等线</vt:lpstr>
      <vt:lpstr>等线 Light</vt:lpstr>
      <vt:lpstr>思源黑体 CN Bold</vt:lpstr>
      <vt:lpstr>思源黑体 CN Light</vt:lpstr>
      <vt:lpstr>Microsoft YaHei</vt:lpstr>
      <vt:lpstr>Microsoft YaHei</vt:lpstr>
      <vt:lpstr>PingFang SC</vt:lpstr>
      <vt:lpstr>Source Han Sans CN</vt:lpstr>
      <vt:lpstr>Source Han Sans CN Bold</vt:lpstr>
      <vt:lpstr>Source Han Sans CN Light</vt:lpstr>
      <vt:lpstr>Source Han Sans CN Medium</vt:lpstr>
      <vt:lpstr>Source Han Sans CN Normal</vt:lpstr>
      <vt:lpstr>Source Han Sans Light</vt:lpstr>
      <vt:lpstr>Arial</vt:lpstr>
      <vt:lpstr>Calibri Light</vt:lpstr>
      <vt:lpstr>Helvetica Neue Fin</vt:lpstr>
      <vt:lpstr>Helvetica Neue Moyen</vt:lpstr>
      <vt:lpstr>Helvetica Neue Normal</vt:lpstr>
      <vt:lpstr>Wingdings</vt:lpstr>
      <vt:lpstr>Office 主题​​</vt:lpstr>
      <vt:lpstr>23_Office 主题</vt:lpstr>
      <vt:lpstr>2_Office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Microsoft Office User</cp:lastModifiedBy>
  <cp:revision>114</cp:revision>
  <cp:lastPrinted>2023-02-15T02:38:21Z</cp:lastPrinted>
  <dcterms:created xsi:type="dcterms:W3CDTF">2022-03-01T12:43:55Z</dcterms:created>
  <dcterms:modified xsi:type="dcterms:W3CDTF">2024-03-01T09:42:08Z</dcterms:modified>
</cp:coreProperties>
</file>